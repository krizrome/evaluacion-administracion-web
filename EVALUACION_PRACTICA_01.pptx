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2004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Unidad: 1  •  Duración: 90 minutos  •  Puntaje: 4 Issues × 5 pts = 20 pts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5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📦 REPOSITORIO (sitio base a auditar)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57784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7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🌐 SITIO WEB PÚBLICO (GitHub Pages del sitio base)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8075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Sitio base + tu repo + 4 Issues en el repo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 Sitio base (el 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91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 Tu repositorio (donde subirás TU sitio desplegado)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88920"/>
            <a:ext cx="109728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880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  <a:latin typeface="Calibri"/>
              </a:rPr>
              <a:t>Patrón: reemplaza TU-NOMBRE por tu nombre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29183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06907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48055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📋  Repo del DOCENTE (donde crearás las 4 Issues)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66360"/>
            <a:ext cx="10972800" cy="822960"/>
          </a:xfrm>
          <a:prstGeom prst="roundRect">
            <a:avLst/>
          </a:prstGeom>
          <a:solidFill>
            <a:srgbClr val="FEF3E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257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Calibri"/>
              </a:rPr>
              <a:t>Issues del docente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6692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43600"/>
            <a:ext cx="10972800" cy="457200"/>
          </a:xfrm>
          <a:prstGeom prst="roundRect">
            <a:avLst/>
          </a:prstGeom>
          <a:solidFill>
            <a:srgbClr val="FEF3E6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⚠️  Las 4 Issues se crean en el repo del DOCENTE, NO en tu repo personal.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  •  4 Issues × 5 pts = 20 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02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822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82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469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270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270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917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365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286000"/>
            <a:ext cx="1417320" cy="173736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166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 Issues
hallazgos
(repo docente)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813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96147" y="2286000"/>
            <a:ext cx="1417320" cy="173736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14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Issue link
evaluación
(repo docente)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22611" y="310896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0627" y="2286000"/>
            <a:ext cx="1417320" cy="173736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0627" y="260604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Entrega
completa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548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 Issues hallazgos: 25 min   •   Documentar solución: 10 min   •   Issue link-evaluación: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El sitio tiene 15 problemas. Encontrarás 3 (uno de cada tipo).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Clonar, verificar y subir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  •  Solo git (sin gh CLI)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1️⃣  Clonar el repositorio del docente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72800" cy="50292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onsolas"/>
              </a:rPr>
              <a:t>$ git clone https://github.com/KrizRoMe/evaluacion-administracion-web.git   &amp;&amp;   cd evaluacion-administracion-web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2️⃣  Verificar que el sitio funciona localmente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68880"/>
            <a:ext cx="10972800" cy="640080"/>
          </a:xfrm>
          <a:prstGeom prst="roundRect">
            <a:avLst/>
          </a:prstGeom>
          <a:solidFill>
            <a:srgbClr val="E6F7F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2A2A"/>
                </a:solidFill>
                <a:latin typeface="Calibri"/>
              </a:rPr>
              <a:t>Doble clic en index.html  →  debe verse la tienda ECOMARKET con productos, carrito y modo oscuro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3️⃣  Crear tu repositorio personal (manual, en la web)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611880"/>
            <a:ext cx="10972800" cy="1188720"/>
          </a:xfrm>
          <a:prstGeom prst="roundRect">
            <a:avLst/>
          </a:prstGeom>
          <a:solidFill>
            <a:srgbClr val="FEF3E6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A2A2A"/>
                </a:solidFill>
                <a:latin typeface="Calibri"/>
              </a:rPr>
              <a:t>1. Abre https://github.com/new en tu navegador</a:t>
            </a:r>
          </a:p>
          <a:p>
            <a:pPr algn="l"/>
            <a:r>
              <a:rPr sz="1000" b="0">
                <a:solidFill>
                  <a:srgbClr val="2A2A2A"/>
                </a:solidFill>
                <a:latin typeface="Calibri"/>
              </a:rPr>
              <a:t>2. Repository name:  evaluacion-administracion-web-TU-NOMBRE     3. Visibility:  Public</a:t>
            </a:r>
          </a:p>
          <a:p>
            <a:pPr algn="l"/>
            <a:r>
              <a:rPr sz="1000" b="0">
                <a:solidFill>
                  <a:srgbClr val="2A2A2A"/>
                </a:solidFill>
                <a:latin typeface="Calibri"/>
              </a:rPr>
              <a:t>4. NO inicialices con README, .gitignore ni license (déjalo vacío)     5. Clic en Create repository → copia la URL HTTPS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4️⃣  Configurar git, conectar y subir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03520"/>
            <a:ext cx="10972800" cy="132588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492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# Identidad de git (solo la primera vez en tu PC)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onsolas"/>
              </a:rPr>
              <a:t>$ git config --global user.name "Tu Nombre Completo"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onsolas"/>
              </a:rPr>
              <a:t>$ git config --global user.email "tu@correo.com"</a:t>
            </a:r>
          </a:p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# Conectar y subir a tu repo (no add: set-url porque ya existe por git clone)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onsolas"/>
              </a:rPr>
              <a:t>$ git remote set-url origin https://github.com/TU-USUARIO/evaluacion-administracion-web-TU-NOMBRE.git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Consolas"/>
              </a:rPr>
              <a:t>$ git branch -M main   &amp;&amp;   $ git push -u origin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Encuentra 1 problema de cada 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🛠 Herramientas a usar (y comandos de pista):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" y="1691640"/>
            <a:ext cx="3657600" cy="384048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6567" y="1691640"/>
            <a:ext cx="3657600" cy="4572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" y="1737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📊 RENDIMIENTO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3727" y="2194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7293"/>
                </a:solidFill>
                <a:latin typeface="Calibri"/>
              </a:rPr>
              <a:t>Herramientas: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3727" y="24688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Calibri"/>
              </a:rPr>
              <a:t>Chrome DevTools + Lighthouse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3727" y="27889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7293"/>
                </a:solidFill>
                <a:latin typeface="Calibri"/>
              </a:rPr>
              <a:t>Ejemplos: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3727" y="301752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2A"/>
                </a:solidFill>
                <a:latin typeface="Calibri"/>
              </a:rPr>
              <a:t>• Imagen sin width/height (CLS)
• Imágenes sin loading='lazy'
• &lt;script&gt; sin defer
• SVGs innecesariamente pesados
• Recursos bloqueantes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007" y="4114800"/>
            <a:ext cx="3474720" cy="4572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3727" y="4133087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A2A2A"/>
                </a:solidFill>
                <a:latin typeface="Consolas"/>
              </a:rPr>
              <a:t>💡 Pista: F12 → Lighthouse → Analyze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6567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C7293"/>
                </a:solidFill>
                <a:latin typeface="Calibri"/>
              </a:rPr>
              <a:t>📝 Template: rendimiento.yml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7047" y="1691640"/>
            <a:ext cx="3657600" cy="384048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7047" y="1691640"/>
            <a:ext cx="365760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7047" y="1737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♿ ACCESIBILIDAD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2194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Herramientas: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24688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Calibri"/>
              </a:rPr>
              <a:t>axe DevTools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207" y="27889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</a:rPr>
              <a:t>Ejemplos: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4207" y="301752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2A"/>
                </a:solidFill>
                <a:latin typeface="Calibri"/>
              </a:rPr>
              <a:t>• Imágenes sin alt
• Botones sin aria-label
• Contraste insuficiente
• Inputs sin &lt;label&gt;
• Falta de landmarks ARIA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8487" y="4114800"/>
            <a:ext cx="3474720" cy="4572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4207" y="4133087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A2A2A"/>
                </a:solidFill>
                <a:latin typeface="Consolas"/>
              </a:rPr>
              <a:t>💡 Pista: F12 → axe DevTools → Scan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7047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Calibri"/>
              </a:rPr>
              <a:t>📝 Template: accesibilidad.yml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7527" y="1691640"/>
            <a:ext cx="3657600" cy="3840480"/>
          </a:xfrm>
          <a:prstGeom prst="roundRect">
            <a:avLst/>
          </a:prstGeom>
          <a:solidFill>
            <a:srgbClr val="F4F4F4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7527" y="1691640"/>
            <a:ext cx="365760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7527" y="1737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🔧 MANTENIMIENTO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4687" y="21945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Calibri"/>
              </a:rPr>
              <a:t>Herramientas: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4687" y="24688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A2A2A"/>
                </a:solidFill>
                <a:latin typeface="Calibri"/>
              </a:rPr>
              <a:t>package.json + código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4687" y="27889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Calibri"/>
              </a:rPr>
              <a:t>Ejemplos: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4687" y="3017520"/>
            <a:ext cx="3383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A2A2A"/>
                </a:solidFill>
                <a:latin typeface="Calibri"/>
              </a:rPr>
              <a:t>• jQuery 2.1.4 (versión antigua)
• Meta tags de seguridad faltantes
• Comentarios TODO/FIXME
• Footer desactualizado
• Falta de runbook público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98967" y="4114800"/>
            <a:ext cx="3474720" cy="4572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4687" y="4133087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A2A2A"/>
                </a:solidFill>
                <a:latin typeface="Consolas"/>
              </a:rPr>
              <a:t>💡 Pista: cat package.json  |  grep -r TODO  |  curl -I URL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07527" y="4663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A580C"/>
                </a:solidFill>
                <a:latin typeface="Calibri"/>
              </a:rPr>
              <a:t>📝 Template: mantenimiento.yml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🎯 Objetivo: 3 Issues (una de cada tipo) en el repo del DOCENTE.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Issues de 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25 minutos  •  En el repo del DOCENTE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8229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LAS 3 ISSUES DE HALLAZGOS SE CREAN 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https://github.com/KrizRoMe/evaluacion-administracion-web/issues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Abre https://github.com/KrizRoMe/evaluacion-administracion-web/issues en una pestaña nueva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Clic en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Selecciona UNO de los 3 templates: rendimiento.yml, accesibilidad.yml, o mantenimiento.yml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Completa todas las secciones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5. Submit. Repite 2 veces más (1 issue por cada tipo)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Formato de cada Issue (ciclo de mejora):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80"/>
            <a:ext cx="10972800" cy="13716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Problema (qué encontraste)  •  Evidencia — MEDIR (herramienta, métrica, captura)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Impacto (a quién afecta)  •  Solución propuesta — PROPONER + MEJORAR (en texto)</a:t>
            </a:r>
          </a:p>
          <a:p>
            <a:pPr algn="l"/>
            <a:r>
              <a:rPr sz="1200" b="1">
                <a:solidFill>
                  <a:srgbClr val="2A2A2A"/>
                </a:solidFill>
                <a:latin typeface="Calibri"/>
              </a:rPr>
              <a:t>• Pilar (VIVO / RÁPIDO / SEGURO)  •  Concepto del curso  •  Severidad + Justificación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📊 Puntaje: 3 Issues × 5 pts = 15 pts (no se exige aplicar correcciones en código)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Parte 5 · Issue de link-evaluación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ED3B6"/>
                </a:solidFill>
                <a:latin typeface="Calibri"/>
              </a:rPr>
              <a:t>⏱ 5 minutos  •  Cuarta y última Issue (en el repo del docente)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64008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A580C"/>
                </a:solidFill>
                <a:latin typeface="Calibri"/>
              </a:rPr>
              <a:t>📋 Esta Issue también se crea en el repo del DOCENTE: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Pasos: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1. En el repo del docente, Issues → New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2. Selecciona el template 🔗 Link de evaluación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3. Completa: nombre, link de tu repo, link público de tu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4. Submit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10972800" cy="12801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🔗 LINK DIRECTO para publicar tu repo + sitio público: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2A2A"/>
                </a:solidFill>
                <a:latin typeface="Consolas"/>
              </a:rPr>
              <a:t>https://github.com/KrizRoMe/evaluacion-administracion-web/issues/new?template=link-evaluacion.yml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(también lo encuentras en la pestaña Issues del repo del docente)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972800" cy="9144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406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5A82"/>
                </a:solidFill>
                <a:latin typeface="Calibri"/>
              </a:rPr>
              <a:t>La Issue de link-evaluación te pide SOLO: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76072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• Nombre completo  •  Link de tu repositorio  •  Link público de tu sitio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6 · Documentar solución +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  •  Sin tocar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⚠️  No es necesario aplicar las correcciones en el código. Solo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En cada Issue, completa la sección Solución propuesta: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"Añadir el atributo defer al &lt;script&gt;."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"Actualizar jquery a una versión 3.x."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"Cambiar el texto del footer por la fecha actual."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 alt descriptivo a las imágenes."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737360"/>
          </a:xfrm>
          <a:prstGeom prst="roundRect">
            <a:avLst/>
          </a:prstGeom>
          <a:solidFill>
            <a:srgbClr val="E3F2FD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📚 Tu README debe incluir: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VIVO · RÁPIDO (con LCP/INP/CLS/TTFB) · SEGURO (2 acciones) · Backup 3-2-1 · SLI · SLO · SLA · Runbook (4–6 pasos) · Datos del estudiante +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4 Issues en el repo del docente: 3 hallazgos + 1 link-evaluación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En TU repositorio: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Repo público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📋 3 ISSUES EN REPO DEL DOCENTE: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1: rendimiento.yml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2: accesibilidad.yml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Issue 3: mantenimiento.yml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  <a:latin typeface="Calibri"/>
              </a:rPr>
              <a:t>🔗 4ª ISSUE en repo del DOCENTE: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Abrí el link del template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Seleccioné 'Link de evaluación'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Puse mi nombre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de mi repo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Pegué link público de mi sitio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☐ Envié la Issue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2A2A2A"/>
                </a:solidFill>
                <a:latin typeface="Calibri"/>
              </a:rPr>
              <a:t>📊 PUNTAJE TOTAL: 20 pts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3 Issues de hallazgos × 5 pts = 15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• 1 Issue de link-evaluación × 5 pts =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97280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📊 PUNTAJE TOTAL: 20 puntos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3 Issues de hallazgos × 5 pts = 15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• 1 Issue de link-evaluación × 5 pts = 5 pts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Aprobado: ≥14 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 del docente: github.com/KrizRoMe/evaluacion-administracion-web   •   🌐 Sitio público: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