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0"/>
            <a:ext cx="12191695" cy="4572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  <a:latin typeface="Calibri"/>
              </a:rPr>
              <a:t>EVALUACIÓN PRÁCTICA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libri"/>
              </a:rPr>
              <a:t>Administración y mantenimiento de un sitio web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3200400"/>
            <a:ext cx="6675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Curso: Administración de Sitios Web</a:t>
            </a:r>
          </a:p>
          <a:p>
            <a:pPr algn="ctr"/>
            <a:r>
              <a:rPr sz="1500" b="0">
                <a:solidFill>
                  <a:srgbClr val="FFFFFF"/>
                </a:solidFill>
                <a:latin typeface="Calibri"/>
              </a:rPr>
              <a:t>Unidad: 1  •  Duración: 90 minutos  •  Puntaje: 4 Issues × 5 pts = 20 pts</a:t>
            </a:r>
          </a:p>
          <a:p>
            <a:pPr algn="ctr"/>
            <a:r>
              <a:rPr sz="1500" b="0">
                <a:solidFill>
                  <a:srgbClr val="FFFFFF"/>
                </a:solidFill>
                <a:latin typeface="Calibri"/>
              </a:rPr>
              <a:t>Aprobado: ≥14 pts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4846320"/>
            <a:ext cx="10332720" cy="822960"/>
          </a:xfrm>
          <a:prstGeom prst="roundRect">
            <a:avLst/>
          </a:prstGeom>
          <a:solidFill>
            <a:srgbClr val="F4F4F4"/>
          </a:solidFill>
          <a:ln w="25400">
            <a:solidFill>
              <a:srgbClr val="065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937759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65A82"/>
                </a:solidFill>
                <a:latin typeface="Calibri"/>
              </a:rPr>
              <a:t>📦 REPOSITORIO (sitio base a auditar)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349240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A2A"/>
                </a:solidFill>
                <a:latin typeface="Consolas"/>
              </a:rPr>
              <a:t>https://github.com/KrizRoMe/evaluacion-administracion-web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5577840"/>
            <a:ext cx="10332720" cy="822960"/>
          </a:xfrm>
          <a:prstGeom prst="roundRect">
            <a:avLst/>
          </a:prstGeom>
          <a:solidFill>
            <a:srgbClr val="F4F4F4"/>
          </a:solidFill>
          <a:ln w="25400">
            <a:solidFill>
              <a:srgbClr val="065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669279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65A82"/>
                </a:solidFill>
                <a:latin typeface="Calibri"/>
              </a:rPr>
              <a:t>🌐 SITIO WEB PÚBLICO (GitHub Pages del sitio base)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6080759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A2A"/>
                </a:solidFill>
                <a:latin typeface="Consolas"/>
              </a:rPr>
              <a:t>https://krizrome.github.io/evaluacion-administracion-web/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¿Qué debes demostrar?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Competencias evaluadas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A2A2A"/>
                </a:solidFill>
                <a:latin typeface="Calibri"/>
              </a:rPr>
              <a:t>🔧 Habilidades técnicas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Git y GitHub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GitHub CLI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GitHub Pages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Chrome DevTools (Elements, Network)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Lighthouse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axe DevTools (accesibilidad)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GitHub Issues (con templates)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A2A2A"/>
                </a:solidFill>
                <a:latin typeface="Calibri"/>
              </a:rPr>
              <a:t>📚 Conceptos de administración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Mantenimiento web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Tipos de mantenimiento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VIVO / RÁPIDO / SEGURO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Backup 3-2-1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SLI / SLO / SLA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Runbooks para sitios caídos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5577840"/>
            <a:ext cx="10332720" cy="640080"/>
          </a:xfrm>
          <a:prstGeom prst="roundRect">
            <a:avLst/>
          </a:prstGeom>
          <a:solidFill>
            <a:srgbClr val="F4F4F4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6692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65A82"/>
                </a:solidFill>
                <a:latin typeface="Calibri"/>
              </a:rPr>
              <a:t>❌ No se evalúa programación avanzada ni aplicar correcciones en código.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Calibri"/>
              </a:rPr>
              <a:t>📦 Repo del docente: github.com/KrizRoMe/evaluacion-administracion-web   •   🌐 Sitio público: krizrome.github.io/evaluacion-administracion-web   •   📋 Issues: github.com/KrizRoMe/evaluacion-administracion-web/issues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🔗 URLs de la evaluación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Sitio base + tu repo + 4 Issues en el repo del docente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5A82"/>
                </a:solidFill>
                <a:latin typeface="Calibri"/>
              </a:rPr>
              <a:t>🌐  Sitio base (el código que vas a auditar)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00200"/>
            <a:ext cx="10972800" cy="822960"/>
          </a:xfrm>
          <a:prstGeom prst="roundRect">
            <a:avLst/>
          </a:prstGeom>
          <a:solidFill>
            <a:srgbClr val="E6F7F1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691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Calibri"/>
              </a:rPr>
              <a:t>URL del sitio público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10312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A2A"/>
                </a:solidFill>
                <a:latin typeface="Consolas"/>
              </a:rPr>
              <a:t>https://krizrome.github.io/evaluacion-administracion-web/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3774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5A82"/>
                </a:solidFill>
                <a:latin typeface="Calibri"/>
              </a:rPr>
              <a:t>📦  Tu repositorio (donde subirás TU sitio desplegado)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788920"/>
            <a:ext cx="10972800" cy="822960"/>
          </a:xfrm>
          <a:prstGeom prst="roundRect">
            <a:avLst/>
          </a:prstGeom>
          <a:solidFill>
            <a:srgbClr val="E3F2FD"/>
          </a:solidFill>
          <a:ln w="25400"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288036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C7293"/>
                </a:solidFill>
                <a:latin typeface="Calibri"/>
              </a:rPr>
              <a:t>Patrón: reemplaza TU-NOMBRE por tu nombre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3291839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Consolas"/>
              </a:rPr>
              <a:t>https://github.com/KrizRoMe/evaluacion-administracion-web-TU-NOMBRE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566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5A82"/>
                </a:solidFill>
                <a:latin typeface="Calibri"/>
              </a:rPr>
              <a:t>🚀  Tu sitio publicado (GitHub Pages)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77639"/>
            <a:ext cx="10972800" cy="822960"/>
          </a:xfrm>
          <a:prstGeom prst="roundRect">
            <a:avLst/>
          </a:prstGeom>
          <a:solidFill>
            <a:srgbClr val="E6F7F1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59" y="4069079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Calibri"/>
              </a:rPr>
              <a:t>Patrón de URL pública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59" y="4480559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A2A"/>
                </a:solidFill>
                <a:latin typeface="Consolas"/>
              </a:rPr>
              <a:t>https://TU-USUARIO.github.io/evaluacion-administracion-web-TU-NOMBRE/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754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A580C"/>
                </a:solidFill>
                <a:latin typeface="Calibri"/>
              </a:rPr>
              <a:t>📋  Repo del DOCENTE (donde crearás las 4 Issues)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166360"/>
            <a:ext cx="10972800" cy="822960"/>
          </a:xfrm>
          <a:prstGeom prst="roundRect">
            <a:avLst/>
          </a:prstGeom>
          <a:solidFill>
            <a:srgbClr val="FEF3E6"/>
          </a:solidFill>
          <a:ln w="254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59" y="52578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A580C"/>
                </a:solidFill>
                <a:latin typeface="Calibri"/>
              </a:rPr>
              <a:t>Issues del docente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59" y="566928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A2A"/>
                </a:solidFill>
                <a:latin typeface="Consolas"/>
              </a:rPr>
              <a:t>https://github.com/KrizRoMe/evaluacion-administracion-web/issues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943600"/>
            <a:ext cx="10972800" cy="457200"/>
          </a:xfrm>
          <a:prstGeom prst="roundRect">
            <a:avLst/>
          </a:prstGeom>
          <a:solidFill>
            <a:srgbClr val="FEF3E6"/>
          </a:solidFill>
          <a:ln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EA580C"/>
                </a:solidFill>
                <a:latin typeface="Calibri"/>
              </a:rPr>
              <a:t>⚠️  Las 4 Issues se crean en el repo del DOCENTE, NO en tu repo personal.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Calibri"/>
              </a:rPr>
              <a:t>📦 Repo del docente: github.com/KrizRoMe/evaluacion-administracion-web   •   🌐 Sitio público: krizrome.github.io/evaluacion-administracion-web   •   📋 Issues: github.com/KrizRoMe/evaluacion-administracion-web/issues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Flujo de la evaluación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7 fases, 90 minutos  •  4 Issues × 5 pts = 20 pts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3747" y="2286000"/>
            <a:ext cx="1417320" cy="1737360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3747" y="2606040"/>
            <a:ext cx="1417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Código
base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150211" y="3108960"/>
            <a:ext cx="118872" cy="274320"/>
          </a:xfrm>
          <a:prstGeom prst="rightArrow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278227" y="2286000"/>
            <a:ext cx="1417320" cy="1737360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78227" y="2606040"/>
            <a:ext cx="1417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Crear
repo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704691" y="3108960"/>
            <a:ext cx="118872" cy="274320"/>
          </a:xfrm>
          <a:prstGeom prst="rightArrow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832707" y="2286000"/>
            <a:ext cx="1417320" cy="1737360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32707" y="2606040"/>
            <a:ext cx="1417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GitHub
Pages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259171" y="3108960"/>
            <a:ext cx="118872" cy="274320"/>
          </a:xfrm>
          <a:prstGeom prst="rightArrow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87187" y="2286000"/>
            <a:ext cx="1417320" cy="1737360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87187" y="2606040"/>
            <a:ext cx="1417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Auditar
+axe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813651" y="3108960"/>
            <a:ext cx="118872" cy="274320"/>
          </a:xfrm>
          <a:prstGeom prst="rightArrow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941667" y="2286000"/>
            <a:ext cx="1417320" cy="1737360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1667" y="2606040"/>
            <a:ext cx="1417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 Issues
hallazgos
(repo docente)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368131" y="3108960"/>
            <a:ext cx="118872" cy="274320"/>
          </a:xfrm>
          <a:prstGeom prst="rightArrow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496147" y="2286000"/>
            <a:ext cx="1417320" cy="173736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96147" y="2606040"/>
            <a:ext cx="1417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Issue link
evaluación
(repo docente)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9922611" y="3108960"/>
            <a:ext cx="118872" cy="274320"/>
          </a:xfrm>
          <a:prstGeom prst="rightArrow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050627" y="2286000"/>
            <a:ext cx="1417320" cy="1737360"/>
          </a:xfrm>
          <a:prstGeom prst="round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0627" y="2606040"/>
            <a:ext cx="1417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Entrega
completa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2976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65A82"/>
                </a:solidFill>
                <a:latin typeface="Calibri"/>
              </a:rPr>
              <a:t>Tiempos sugeridos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7548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Repositorio: 10 min   •   GitHub Pages: 10 min   •   Auditoría: 15 min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3 Issues hallazgos: 25 min   •   Documentar solución: 10 min   •   Issue link-evaluación: 5 min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5760720"/>
            <a:ext cx="10972800" cy="457200"/>
          </a:xfrm>
          <a:prstGeom prst="roundRect">
            <a:avLst/>
          </a:prstGeom>
          <a:solidFill>
            <a:srgbClr val="FFF3CD"/>
          </a:solidFill>
          <a:ln>
            <a:solidFill>
              <a:srgbClr val="E6A2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58064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924E0E"/>
                </a:solidFill>
                <a:latin typeface="Calibri"/>
              </a:rPr>
              <a:t>⚠️  El sitio tiene 15 problemas. Encontrarás 3 (uno de cada tipo).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Calibri"/>
              </a:rPr>
              <a:t>📦 Repo del docente: github.com/KrizRoMe/evaluacion-administracion-web   •   🌐 Sitio público: krizrome.github.io/evaluacion-administracion-web   •   📋 Issues: github.com/KrizRoMe/evaluacion-administracion-web/issues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4 / 11</a:t>
            </a:r>
          </a:p>
        </p:txBody>
      </p:sp>
    </p:spTree>
  </p:cSld>
  <p:clrMapOvr>
    <a:masterClrMapping/>
  </p:clrMapOvr>
</p:sld>
</file>

<file path=ppt/slides/slide5.xml><?xml version='1.0' encoding='UTF-8' standalone='yes'?>
<p:sld xmlns:a="http://schemas.openxmlformats.org/drawingml/2006/main" xmlns:p="http://schemas.openxmlformats.org/presentationml/2006/main" xmlns:r="http://schemas.openxmlformats.org/officeDocument/2006/relationships"><p:cSld><p:spTree><p:nvGrpSpPr><p:cNvPr id="1" name=""/><p:cNvGrpSpPr/><p:nvPr/></p:nvGrpSpPr><p:grpSpPr/><p:sp><p:nvSpPr><p:cNvPr id="2" name="Rectangle 1"/><p:cNvSpPr/><p:nvPr/></p:nvSpPr><p:spPr><a:xfrm><a:off x="0" y="0"/><a:ext cx="12191695" cy="6858000"/></a:xfrm><a:prstGeom prst="rect"><a:avLst/></a:prstGeom><a:solidFill><a:srgbClr val="FFFFFF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3" name="Rectangle 2"/><p:cNvSpPr/><p:nvPr/></p:nvSpPr><p:spPr><a:xfrm><a:off x="0" y="0"/><a:ext cx="12191695" cy="914400"/></a:xfrm><a:prstGeom prst="rect"><a:avLst/></a:prstGeom><a:solidFill><a:srgbClr val="065A82"/></a:solidFill><a:ln><a:noFill/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4" name="TextBox 3"/><p:cNvSpPr txBox="1"/><p:nvPr/></p:nvSpPr><p:spPr><a:xfrm><a:off x="457200" y="274320"/><a:ext cx="10972800" cy="457200"/></a:xfrm><a:prstGeom prst="rect"><a:avLst/></a:prstGeom><a:noFill/></p:spPr><p:txBody><a:bodyPr wrap="square"><a:spAutoFit/></a:bodyPr><a:lstStyle/><a:p><a:pPr algn="l"/><a:r><a:rPr sz="3200" b="1"><a:solidFill><a:srgbClr val="FFFFFF"/></a:solidFill><a:latin typeface="Calibri"/></a:rPr><a:t>Parte 1 · Clonar, verificar y subir</a:t></a:r></a:p></p:txBody></p:sp><p:sp><p:nvSpPr><p:cNvPr id="5" name="TextBox 4"/><p:cNvSpPr txBox="1"/><p:nvPr/></p:nvSpPr><p:spPr><a:xfrm><a:off x="457200" y="685800"/><a:ext cx="10972800" cy="274320"/></a:xfrm><a:prstGeom prst="rect"><a:avLst/></a:prstGeom><a:noFill/></p:spPr><p:txBody><a:bodyPr wrap="square"><a:spAutoFit/></a:bodyPr><a:lstStyle/><a:p><a:pPr algn="l"/><a:r><a:rPr sz="1400" b="0"><a:solidFill><a:srgbClr val="60A5FA"/></a:solidFill><a:latin typeface="Calibri"/></a:rPr><a:t>⏱ 10 minutos  •  Solo git (sin gh CLI)</a:t></a:r></a:p></p:txBody></p:sp><p:sp><p:nvSpPr><p:cNvPr id="6" name="TextBox 5"/><p:cNvSpPr txBox="1"/><p:nvPr/></p:nvSpPr><p:spPr><a:xfrm><a:off x="640080" y="1188720"/><a:ext cx="10972800" cy="365760"/></a:xfrm><a:prstGeom prst="rect"><a:avLst/></a:prstGeom><a:noFill/></p:spPr><p:txBody><a:bodyPr wrap="square"><a:spAutoFit/></a:bodyPr><a:lstStyle/><a:p><a:pPr algn="l"/><a:r><a:rPr sz="1800" b="1"><a:solidFill><a:srgbClr val="065A82"/></a:solidFill><a:latin typeface="Calibri"/></a:rPr><a:t>1️⃣  Clonar el repositorio del docente</a:t></a:r></a:p></p:txBody></p:sp><p:sp><p:nvSpPr><p:cNvPr id="7" name="Rounded Rectangle 6"/><p:cNvSpPr/><p:nvPr/></p:nvSpPr><p:spPr><a:xfrm><a:off x="640080" y="1554480"/><a:ext cx="10972800" cy="594360"/></a:xfrm><a:prstGeom prst="roundRect"><a:avLst/></a:prstGeom><a:solidFill><a:srgbClr val="2A2A2A"/></a:solidFill><a:ln><a:solidFill><a:srgbClr val="1C7293"/></a:solidFill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8" name="TextBox 7"/><p:cNvSpPr txBox="1"/><p:nvPr/></p:nvSpPr><p:spPr><a:xfrm><a:off x="822960" y="1627632"/><a:ext cx="10607040" cy="457200"/></a:xfrm><a:prstGeom prst="rect"><a:avLst/></a:prstGeom><a:noFill/></p:spPr><p:txBody><a:bodyPr wrap="square"><a:spAutoFit/></a:bodyPr><a:lstStyle/><a:p><a:pPr algn="l"/><a:r><a:rPr sz="1400" b="0"><a:solidFill><a:srgbClr val="FFFFFF"/></a:solidFill><a:latin typeface="Consolas"/></a:rPr><a:t>$ git clone https://github.com/KrizRoMe/evaluacion-administracion-web.git</a:t></a:r></a:p></p:txBody></p:sp><p:sp><p:nvSpPr><p:cNvPr id="9" name="TextBox 8"/><p:cNvSpPr txBox="1"/><p:nvPr/></p:nvSpPr><p:spPr><a:xfrm><a:off x="822960" y="1920240"/><a:ext cx="10607040" cy="274320"/></a:xfrm><a:prstGeom prst="rect"><a:avLst/></a:prstGeom><a:noFill/></p:spPr><p:txBody><a:bodyPr wrap="square"><a:spAutoFit/></a:bodyPr><a:lstStyle/><a:p><a:pPr algn="l"/><a:r><a:rPr sz="1400" b="0"><a:solidFill><a:srgbClr val="FFFFFF"/></a:solidFill><a:latin typeface="Consolas"/></a:rPr><a:t>$ cd evaluacion-administracion-web</a:t></a:r></a:p></p:txBody></p:sp><p:sp><p:nvSpPr><p:cNvPr id="10" name="TextBox 9"/><p:cNvSpPr txBox="1"/><p:nvPr/></p:nvSpPr><p:spPr><a:xfrm><a:off x="640080" y="2377440"/><a:ext cx="10972800" cy="365760"/></a:xfrm><a:prstGeom prst="rect"><a:avLst/></a:prstGeom><a:noFill/></p:spPr><p:txBody><a:bodyPr wrap="square"><a:spAutoFit/></a:bodyPr><a:lstStyle/><a:p><a:pPr algn="l"/><a:r><a:rPr sz="1800" b="1"><a:solidFill><a:srgbClr val="065A82"/></a:solidFill><a:latin typeface="Calibri"/></a:rPr><a:t>2️⃣  Verificar que el sitio funciona localmente</a:t></a:r></a:p></p:txBody></p:sp><p:sp><p:nvSpPr><p:cNvPr id="11" name="Rounded Rectangle 10"/><p:cNvSpPr/><p:nvPr/></p:nvSpPr><p:spPr><a:xfrm><a:off x="640080" y="2743200"/><a:ext cx="10972800" cy="777240"/></a:xfrm><a:prstGeom prst="roundRect"><a:avLst/></a:prstGeom><a:solidFill><a:srgbClr val="E6F7F1"/></a:solidFill><a:ln><a:solidFill><a:srgbClr val="10B981"/></a:solidFill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12" name="TextBox 11"/><p:cNvSpPr txBox="1"/><p:nvPr/></p:nvSpPr><p:spPr><a:xfrm><a:off x="822960" y="2788920"/><a:ext cx="10607040" cy="685800"/></a:xfrm><a:prstGeom prst="rect"><a:avLst/></a:prstGeom><a:noFill/></p:spPr><p:txBody><a:bodyPr wrap="square"><a:spAutoFit/></a:bodyPr><a:lstStyle/><a:p><a:pPr algn="l"/><a:r><a:rPr sz="1300" b="0"><a:solidFill><a:srgbClr val="2A2A2A"/></a:solidFill><a:latin typeface="Calibri"/></a:rPr><a:t>Doble clic en index.html  •  O arrastrar al navegador  •  Debe verse la tienda ECOMARKET</a:t></a:r></a:p><a:p><a:pPr algn="l"/><a:r><a:rPr sz="1300" b="0"><a:solidFill><a:srgbClr val="2A2A2A"/></a:solidFill><a:latin typeface="Calibri"/></a:rPr><a:t>Si ves los productos, el carrito y el modo oscuro → todo funciona ✓</a:t></a:r></a:p></p:txBody></p:sp><p:sp><p:nvSpPr><p:cNvPr id="13" name="TextBox 12"/><p:cNvSpPr txBox="1"/><p:nvPr/></p:nvSpPr><p:spPr><a:xfrm><a:off x="640080" y="3703320"/><a:ext cx="10972800" cy="365760"/></a:xfrm><a:prstGeom prst="rect"><a:avLst/></a:prstGeom><a:noFill/></p:spPr><p:txBody><a:bodyPr wrap="square"><a:spAutoFit/></a:bodyPr><a:lstStyle/><a:p><a:pPr algn="l"/><a:r><a:rPr sz="1800" b="1"><a:solidFill><a:srgbClr val="065A82"/></a:solidFill><a:latin typeface="Calibri"/></a:rPr><a:t>3️⃣  Crear tu repositorio personal (manual, en la web)</a:t></a:r></a:p></p:txBody></p:sp><p:sp><p:nvSpPr><p:cNvPr id="14" name="Rounded Rectangle 13"/><p:cNvSpPr/><p:nvPr/></p:nvSpPr><p:spPr><a:xfrm><a:off x="640080" y="4069080"/><a:ext cx="10972800" cy="1371600"/></a:xfrm><a:prstGeom prst="roundRect"><a:avLst/></a:prstGeom><a:solidFill><a:srgbClr val="FEF3E6"/></a:solidFill><a:ln><a:solidFill><a:srgbClr val="EA580C"/></a:solidFill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15" name="TextBox 14"/><p:cNvSpPr txBox="1"/><p:nvPr/></p:nvSpPr><p:spPr><a:xfrm><a:off x="822960" y="4114800"/><a:ext cx="10607040" cy="1280160"/></a:xfrm><a:prstGeom prst="rect"><a:avLst/></a:prstGeom><a:noFill/></p:spPr><p:txBody><a:bodyPr wrap="square"><a:spAutoFit/></a:bodyPr><a:lstStyle/><a:p><a:pPr algn="l"/><a:r><a:rPr sz="1200" b="0"><a:solidFill><a:srgbClr val="2A2A2A"/></a:solidFill><a:latin typeface="Calibri"/></a:rPr><a:t>1. Abre https://github.com/new en tu navegador</a:t></a:r></a:p><a:p><a:pPr algn="l"/><a:r><a:rPr sz="1200" b="0"><a:solidFill><a:srgbClr val="2A2A2A"/></a:solidFill><a:latin typeface="Calibri"/></a:rPr><a:t>2. Repository name:  evaluacion-administracion-web-TU-NOMBRE</a:t></a:r></a:p><a:p><a:pPr algn="l"/><a:r><a:rPr sz="1200" b="0"><a:solidFill><a:srgbClr val="2A2A2A"/></a:solidFill><a:latin typeface="Calibri"/></a:rPr><a:t>3. Visibility:  Public</a:t></a:r></a:p><a:p><a:pPr algn="l"/><a:r><a:rPr sz="1200" b="0"><a:solidFill><a:srgbClr val="2A2A2A"/></a:solidFill><a:latin typeface="Calibri"/></a:rPr><a:t>4. NO inicialices con README, .gitignore ni license (déjalo vacío)</a:t></a:r></a:p><a:p><a:pPr algn="l"/><a:r><a:rPr sz="1200" b="0"><a:solidFill><a:srgbClr val="2A2A2A"/></a:solidFill><a:latin typeface="Calibri"/></a:rPr><a:t>5. Clic en Create repository  →  Copia la URL HTTPS que te muestra</a:t></a:r></a:p></p:txBody></p:sp><p:sp><p:nvSpPr><p:cNvPr id="16" name="TextBox 15"/><p:cNvSpPr txBox="1"/><p:nvPr/></p:nvSpPr><p:spPr><a:xfrm><a:off x="640080" y="5623560"/><a:ext cx="10972800" cy="365760"/></a:xfrm><a:prstGeom prst="rect"><a:avLst/></a:prstGeom><a:noFill/></p:spPr><p:txBody><a:bodyPr wrap="square"><a:spAutoFit/></a:bodyPr><a:lstStyle/><a:p><a:pPr algn="l"/><a:r><a:rPr sz="1800" b="1"><a:solidFill><a:srgbClr val="065A82"/></a:solidFill><a:latin typeface="Calibri"/></a:rPr><a:t>4️⃣  Conectar y subir con git puro</a:t></a:r></a:p></p:txBody></p:sp><p:sp><p:nvSpPr><p:cNvPr id="17" name="Rounded Rectangle 16"/><p:cNvSpPr/><p:nvPr/></p:nvSpPr><p:spPr><a:xfrm><a:off x="640080" y="5989320"/><a:ext cx="10972800" cy="777240"/></a:xfrm><a:prstGeom prst="roundRect"><a:avLst/></a:prstGeom><a:solidFill><a:srgbClr val="2A2A2A"/></a:solidFill><a:ln><a:solidFill><a:srgbClr val="1C7293"/></a:solidFill></a:ln></p:spPr><p:style><a:lnRef idx="1"><a:schemeClr val="accent1"/></a:lnRef><a:fillRef idx="3"><a:schemeClr val="accent1"/></a:fillRef><a:effectRef idx="2"><a:schemeClr val="accent1"/></a:effectRef><a:fontRef idx="minor"><a:schemeClr val="lt1"/></a:fontRef></p:style><p:txBody><a:bodyPr rtlCol="0" anchor="ctr"/><a:lstStyle/><a:p><a:pPr algn="ctr"/></a:p></p:txBody></p:sp><p:sp><p:nvSpPr><p:cNvPr id="18" name="TextBox 17"/><p:cNvSpPr txBox="1"/><p:nvPr/></p:nvSpPr><p:spPr><a:xfrm><a:off x="822960" y="6035040"/><a:ext cx="10607040" cy="274320"/></a:xfrm><a:prstGeom prst="rect"><a:avLst/></a:prstGeom><a:noFill/></p:spPr><p:txBody><a:bodyPr wrap="square"><a:spAutoFit/></a:bodyPr><a:lstStyle/><a:p><a:pPr algn="l"/><a:r><a:rPr sz="1100" b="0"><a:solidFill><a:srgbClr val="FFFFFF"/></a:solidFill><a:latin typeface="Consolas"/></a:rPr><a:t>$ git remote set-url origin https://github.com/TU-USUARIO/evaluacion-administracion-web-TU-NOMBRE.git</a:t></a:r></a:r><a:r><a:rPr lang="es-PE" sz="1100"><a:solidFill><a:srgbClr val="666666"/></a:solidFill><a:latin typeface="Consolas"/></a:rPr><a:t>(ya existe porque hiciste git clone, no add)</a:t></a:r></a:p></p:txBody></p:sp><p:sp><p:nvSpPr><p:cNvPr id="19" name="TextBox 18"/><p:cNvSpPr txBox="1"/><p:nvPr/></p:nvSpPr><p:spPr><a:xfrm><a:off x="822960" y="6309360"/><a:ext cx="10607040" cy="274320"/></a:xfrm><a:prstGeom prst="rect"><a:avLst/></a:prstGeom><a:noFill/></p:spPr><p:txBody><a:bodyPr wrap="square"><a:spAutoFit/></a:bodyPr><a:lstStyle/><a:p><a:pPr algn="l"/><a:r><a:rPr sz="1200" b="0"><a:solidFill><a:srgbClr val="FFFFFF"/></a:solidFill><a:latin typeface="Consolas"/></a:rPr><a:t>$ git branch -M main</a:t></a:r></a:p></p:txBody></p:sp><p:sp><p:nvSpPr><p:cNvPr id="20" name="TextBox 19"/><p:cNvSpPr txBox="1"/><p:nvPr/></p:nvSpPr><p:spPr><a:xfrm><a:off x="822960" y="6537960"/><a:ext cx="10607040" cy="274320"/></a:xfrm><a:prstGeom prst="rect"><a:avLst/></a:prstGeom><a:noFill/></p:spPr><p:txBody><a:bodyPr wrap="square"><a:spAutoFit/></a:bodyPr><a:lstStyle/><a:p><a:pPr algn="l"/><a:r><a:rPr sz="1200" b="0"><a:solidFill><a:srgbClr val="FFFFFF"/></a:solidFill><a:latin typeface="Consolas"/></a:rPr><a:t>$ git push -u origin main</a:t></a:r></a:p></p:txBody></p:sp><p:sp><p:nvSpPr><p:cNvPr id="21" name="TextBox 20"/><p:cNvSpPr txBox="1"/><p:nvPr/></p:nvSpPr><p:spPr><a:xfrm><a:off x="457200" y="6903720"/><a:ext cx="10972800" cy="274320"/></a:xfrm><a:prstGeom prst="rect"><a:avLst/></a:prstGeom><a:noFill/></p:spPr><p:txBody><a:bodyPr wrap="square"><a:spAutoFit/></a:bodyPr><a:lstStyle/><a:p><a:pPr algn="l"/><a:r><a:rPr sz="1000" b="0"><a:solidFill><a:srgbClr val="666666"/></a:solidFill><a:latin typeface="Calibri"/></a:rPr><a:t>💡 No se exige memorizar comandos. Si logras subir el código, está bien.</a:t></a:r></a:p></p:txBody></p:sp></p:spTree></p:cSld><p:clrMapOvr><a:masterClrMapping/></p:clrMapOvr>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Parte 2 · Publicar con GitHub Pages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⏱ 10 minutos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2A2A"/>
                </a:solidFill>
                <a:latin typeface="Calibri"/>
              </a:rPr>
              <a:t>Pasos: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1. Settings → Pages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2. Source: Deploy from a branch  →  Rama: main  →  Carpeta: / (root)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3. Guardar y esperar 1–2 minutos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4. Copiar la URL pública al README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657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65A82"/>
                </a:solidFill>
                <a:latin typeface="Calibri"/>
              </a:rPr>
              <a:t>Checklist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☐  Repositorio público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☐  Página publicada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☐  URL funcionando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☐  URL copiada al README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5486400"/>
            <a:ext cx="10332720" cy="777240"/>
          </a:xfrm>
          <a:prstGeom prst="roundRect">
            <a:avLst/>
          </a:prstGeom>
          <a:solidFill>
            <a:srgbClr val="E6F7F1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532120"/>
            <a:ext cx="10332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0B981"/>
                </a:solidFill>
                <a:latin typeface="Calibri"/>
              </a:rPr>
              <a:t>🌐 Tu URL pública (formato):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85216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A2A2A"/>
                </a:solidFill>
                <a:latin typeface="Consolas"/>
              </a:rPr>
              <a:t>https://TU-USUARIO.github.io/evaluacion-administracion-web-TU-NOMBRE/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Calibri"/>
              </a:rPr>
              <a:t>📦 Repo del docente: github.com/KrizRoMe/evaluacion-administracion-web   •   🌐 Sitio público: krizrome.github.io/evaluacion-administracion-web   •   📋 Issues: github.com/KrizRoMe/evaluacion-administracion-web/issues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Parte 3 · Auditar el sitio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⏱ 15 minutos  •  Encuentra 1 problema de cada tipo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65A82"/>
                </a:solidFill>
                <a:latin typeface="Calibri"/>
              </a:rPr>
              <a:t>🛠 Herramientas a usar: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Chrome DevTools (F12)  •  Lighthouse (rendimiento)  •  axe DevTools (accesibilidad)  •  package.json (mantenimiento)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6567" y="2286000"/>
            <a:ext cx="3657600" cy="3108960"/>
          </a:xfrm>
          <a:prstGeom prst="roundRect">
            <a:avLst/>
          </a:prstGeom>
          <a:solidFill>
            <a:srgbClr val="F4F4F4"/>
          </a:solidFill>
          <a:ln w="38100"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6567" y="2286000"/>
            <a:ext cx="3657600" cy="54864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6567" y="23317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📊 RENDIMIENTO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3727" y="2926080"/>
            <a:ext cx="33832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A2A2A"/>
                </a:solidFill>
                <a:latin typeface="Calibri"/>
              </a:rPr>
              <a:t>Chrome DevTools + Lighthouse</a:t>
            </a:r>
          </a:p>
          <a:p>
            <a:pPr algn="l"/>
            <a:r>
              <a:rPr sz="1200" b="0">
                <a:solidFill>
                  <a:srgbClr val="2A2A2A"/>
                </a:solidFill>
                <a:latin typeface="Calibri"/>
              </a:rPr>
              <a:t/>
            </a:r>
          </a:p>
          <a:p>
            <a:pPr algn="l"/>
            <a:r>
              <a:rPr sz="1200" b="0">
                <a:solidFill>
                  <a:srgbClr val="2A2A2A"/>
                </a:solidFill>
                <a:latin typeface="Calibri"/>
              </a:rPr>
              <a:t>Ejemplos:
• Imagen sin width/height (CLS)
• Imágenes sin loading='lazy'
• &lt;script&gt; sin defer
• SVGs innecesariamente pesados
• Recursos bloqueantes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567" y="51663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C7293"/>
                </a:solidFill>
                <a:latin typeface="Calibri"/>
              </a:rPr>
              <a:t>📝 Template: rendimiento.yml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67047" y="2286000"/>
            <a:ext cx="3657600" cy="3108960"/>
          </a:xfrm>
          <a:prstGeom prst="roundRect">
            <a:avLst/>
          </a:prstGeom>
          <a:solidFill>
            <a:srgbClr val="F4F4F4"/>
          </a:solidFill>
          <a:ln w="381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67047" y="2286000"/>
            <a:ext cx="3657600" cy="5486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67047" y="23317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♿ ACCESIBILIDAD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4207" y="2926080"/>
            <a:ext cx="33832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A2A2A"/>
                </a:solidFill>
                <a:latin typeface="Calibri"/>
              </a:rPr>
              <a:t>axe DevTools</a:t>
            </a:r>
          </a:p>
          <a:p>
            <a:pPr algn="l"/>
            <a:r>
              <a:rPr sz="1200" b="0">
                <a:solidFill>
                  <a:srgbClr val="2A2A2A"/>
                </a:solidFill>
                <a:latin typeface="Calibri"/>
              </a:rPr>
              <a:t/>
            </a:r>
          </a:p>
          <a:p>
            <a:pPr algn="l"/>
            <a:r>
              <a:rPr sz="1200" b="0">
                <a:solidFill>
                  <a:srgbClr val="2A2A2A"/>
                </a:solidFill>
                <a:latin typeface="Calibri"/>
              </a:rPr>
              <a:t>Ejemplos:
• Imágenes sin alt
• Botones sin aria-label
• Contraste insuficiente
• Inputs sin &lt;label&gt;
• Falta de landmarks ARIA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67047" y="51663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0B981"/>
                </a:solidFill>
                <a:latin typeface="Calibri"/>
              </a:rPr>
              <a:t>📝 Template: accesibilidad.yml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07527" y="2286000"/>
            <a:ext cx="3657600" cy="3108960"/>
          </a:xfrm>
          <a:prstGeom prst="roundRect">
            <a:avLst/>
          </a:prstGeom>
          <a:solidFill>
            <a:srgbClr val="F4F4F4"/>
          </a:solidFill>
          <a:ln w="381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07527" y="2286000"/>
            <a:ext cx="3657600" cy="54864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07527" y="23317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🔧 MANTENIMIENTO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44687" y="2926080"/>
            <a:ext cx="33832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A2A2A"/>
                </a:solidFill>
                <a:latin typeface="Calibri"/>
              </a:rPr>
              <a:t>package.json + código</a:t>
            </a:r>
          </a:p>
          <a:p>
            <a:pPr algn="l"/>
            <a:r>
              <a:rPr sz="1200" b="0">
                <a:solidFill>
                  <a:srgbClr val="2A2A2A"/>
                </a:solidFill>
                <a:latin typeface="Calibri"/>
              </a:rPr>
              <a:t/>
            </a:r>
          </a:p>
          <a:p>
            <a:pPr algn="l"/>
            <a:r>
              <a:rPr sz="1200" b="0">
                <a:solidFill>
                  <a:srgbClr val="2A2A2A"/>
                </a:solidFill>
                <a:latin typeface="Calibri"/>
              </a:rPr>
              <a:t>Ejemplos:
• jQuery 2.1.4 (versión antigua)
• Meta tags de seguridad faltantes
• Comentarios TODO/FIXME
• Footer desactualizado
• Falta de runbook público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07527" y="51663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EA580C"/>
                </a:solidFill>
                <a:latin typeface="Calibri"/>
              </a:rPr>
              <a:t>📝 Template: mantenimiento.yml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669280"/>
            <a:ext cx="10972800" cy="548640"/>
          </a:xfrm>
          <a:prstGeom prst="roundRect">
            <a:avLst/>
          </a:prstGeom>
          <a:solidFill>
            <a:srgbClr val="FFF3CD"/>
          </a:solidFill>
          <a:ln>
            <a:solidFill>
              <a:srgbClr val="E6A2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57607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924E0E"/>
                </a:solidFill>
                <a:latin typeface="Calibri"/>
              </a:rPr>
              <a:t>🎯 Objetivo: 3 Issues (una de cada tipo) en el repo del DOCENTE.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Calibri"/>
              </a:rPr>
              <a:t>📦 Repo del docente: github.com/KrizRoMe/evaluacion-administracion-web   •   🌐 Sitio público: krizrome.github.io/evaluacion-administracion-web   •   📋 Issues: github.com/KrizRoMe/evaluacion-administracion-web/issues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Parte 4 · Crear 3 Issues de hallazgos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⏱ 25 minutos  •  En el repo del DOCENTE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188720"/>
            <a:ext cx="10972800" cy="822960"/>
          </a:xfrm>
          <a:prstGeom prst="roundRect">
            <a:avLst/>
          </a:prstGeom>
          <a:solidFill>
            <a:srgbClr val="FEF3E6"/>
          </a:solidFill>
          <a:ln w="381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28016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EA580C"/>
                </a:solidFill>
                <a:latin typeface="Calibri"/>
              </a:rPr>
              <a:t>📋 LAS 3 ISSUES DE HALLAZGOS SE CREAN EN: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A2A2A"/>
                </a:solidFill>
                <a:latin typeface="Consolas"/>
              </a:rPr>
              <a:t>https://github.com/KrizRoMe/evaluacion-administracion-web/issues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945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65A82"/>
                </a:solidFill>
                <a:latin typeface="Calibri"/>
              </a:rPr>
              <a:t>Pasos: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6060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1. Abre https://github.com/KrizRoMe/evaluacion-administracion-web/issues en una pestaña nueva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2. Clic en New issue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3. Selecciona UNO de los 3 templates: rendimiento.yml, accesibilidad.yml, o mantenimiento.yml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4. Completa todas las secciones del template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5. Submit. Repite 2 veces más (1 issue por cada tipo)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840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65A82"/>
                </a:solidFill>
                <a:latin typeface="Calibri"/>
              </a:rPr>
              <a:t>Formato de cada Issue (ciclo de mejora):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297680"/>
            <a:ext cx="10972800" cy="1371600"/>
          </a:xfrm>
          <a:prstGeom prst="roundRect">
            <a:avLst/>
          </a:prstGeom>
          <a:solidFill>
            <a:srgbClr val="F4F4F4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38912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A2A2A"/>
                </a:solidFill>
                <a:latin typeface="Calibri"/>
              </a:rPr>
              <a:t>• Problema (qué encontraste)  •  Evidencia — MEDIR (herramienta, métrica, captura)</a:t>
            </a:r>
          </a:p>
          <a:p>
            <a:pPr algn="l"/>
            <a:r>
              <a:rPr sz="1200" b="1">
                <a:solidFill>
                  <a:srgbClr val="2A2A2A"/>
                </a:solidFill>
                <a:latin typeface="Calibri"/>
              </a:rPr>
              <a:t>• Impacto (a quién afecta)  •  Solución propuesta — PROPONER + MEJORAR (en texto)</a:t>
            </a:r>
          </a:p>
          <a:p>
            <a:pPr algn="l"/>
            <a:r>
              <a:rPr sz="1200" b="1">
                <a:solidFill>
                  <a:srgbClr val="2A2A2A"/>
                </a:solidFill>
                <a:latin typeface="Calibri"/>
              </a:rPr>
              <a:t>• Pilar (VIVO / RÁPIDO / SEGURO)  •  Concepto del curso  •  Severidad + Justificación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852160"/>
            <a:ext cx="10972800" cy="457200"/>
          </a:xfrm>
          <a:prstGeom prst="roundRect">
            <a:avLst/>
          </a:prstGeom>
          <a:solidFill>
            <a:srgbClr val="FFF3CD"/>
          </a:solidFill>
          <a:ln>
            <a:solidFill>
              <a:srgbClr val="E6A2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5897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924E0E"/>
                </a:solidFill>
                <a:latin typeface="Calibri"/>
              </a:rPr>
              <a:t>📊 Puntaje: 3 Issues × 5 pts = 15 pts (no se exige aplicar correcciones en código)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Calibri"/>
              </a:rPr>
              <a:t>📦 Repo del docente: github.com/KrizRoMe/evaluacion-administracion-web   •   🌐 Sitio público: krizrome.github.io/evaluacion-administracion-web   •   📋 Issues: github.com/KrizRoMe/evaluacion-administracion-web/issues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🔗 Parte 5 · Issue de link-evaluación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ED3B6"/>
                </a:solidFill>
                <a:latin typeface="Calibri"/>
              </a:rPr>
              <a:t>⏱ 5 minutos  •  Cuarta y última Issue (en el repo del docente)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188720"/>
            <a:ext cx="10972800" cy="640080"/>
          </a:xfrm>
          <a:prstGeom prst="roundRect">
            <a:avLst/>
          </a:prstGeom>
          <a:solidFill>
            <a:srgbClr val="FEF3E6"/>
          </a:solidFill>
          <a:ln w="381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28016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EA580C"/>
                </a:solidFill>
                <a:latin typeface="Calibri"/>
              </a:rPr>
              <a:t>📋 Esta Issue también se crea en el repo del DOCENTE: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11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65A82"/>
                </a:solidFill>
                <a:latin typeface="Calibri"/>
              </a:rPr>
              <a:t>Pasos: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4231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1. En el repo del docente, Issues → New issue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2. Selecciona el template 🔗 Link de evaluación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3. Completa: nombre, link de tu repo, link público de tu sitio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4. Submit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931920"/>
            <a:ext cx="10972800" cy="1280160"/>
          </a:xfrm>
          <a:prstGeom prst="roundRect">
            <a:avLst/>
          </a:prstGeom>
          <a:solidFill>
            <a:srgbClr val="FEF3E6"/>
          </a:solidFill>
          <a:ln w="381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02336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EA580C"/>
                </a:solidFill>
                <a:latin typeface="Calibri"/>
              </a:rPr>
              <a:t>🔗 LINK DIRECTO para publicar tu repo + sitio público: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43484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A2A2A"/>
                </a:solidFill>
                <a:latin typeface="Consolas"/>
              </a:rPr>
              <a:t>https://github.com/KrizRoMe/evaluacion-administracion-web/issues/new?template=link-evaluacion.yml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84632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99999"/>
                </a:solidFill>
                <a:latin typeface="Calibri"/>
              </a:rPr>
              <a:t>(también lo encuentras en la pestaña Issues del repo del docente)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394960"/>
            <a:ext cx="10972800" cy="914400"/>
          </a:xfrm>
          <a:prstGeom prst="roundRect">
            <a:avLst/>
          </a:prstGeom>
          <a:solidFill>
            <a:srgbClr val="F4F4F4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44068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65A82"/>
                </a:solidFill>
                <a:latin typeface="Calibri"/>
              </a:rPr>
              <a:t>La Issue de link-evaluación te pide SOLO: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760720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Calibri"/>
              </a:rPr>
              <a:t>• Nombre completo  •  Link de tu repositorio  •  Link público de tu sitio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Calibri"/>
              </a:rPr>
              <a:t>📦 Repo del docente: github.com/KrizRoMe/evaluacion-administracion-web   •   🌐 Sitio público: krizrome.github.io/evaluacion-administracion-web   •   📋 Issues: github.com/KrizRoMe/evaluacion-administracion-web/issues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Parte 6 · Documentar solución + README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⏱ 15 minutos  •  Sin tocar el código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280160"/>
            <a:ext cx="10972800" cy="640080"/>
          </a:xfrm>
          <a:prstGeom prst="roundRect">
            <a:avLst/>
          </a:prstGeom>
          <a:solidFill>
            <a:srgbClr val="FFF3CD"/>
          </a:solidFill>
          <a:ln>
            <a:solidFill>
              <a:srgbClr val="E6A2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37160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924E0E"/>
                </a:solidFill>
                <a:latin typeface="Calibri"/>
              </a:rPr>
              <a:t>⚠️  No es necesario aplicar las correcciones en el código. Solo ANALIZAR y PROPONER en texto.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5A82"/>
                </a:solidFill>
                <a:latin typeface="Calibri"/>
              </a:rPr>
              <a:t>En cada Issue, completa la sección Solución propuesta: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6032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"Agregar atributos width y height a la etiqueta &lt;img&gt; del hero."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"Añadir el atributo defer al &lt;script&gt;."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"Actualizar jquery a una versión 3.x."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"Cambiar el texto del footer por la fecha actual."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"Agregar atributo alt descriptivo a las imágenes."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572000"/>
            <a:ext cx="10972800" cy="1737360"/>
          </a:xfrm>
          <a:prstGeom prst="roundRect">
            <a:avLst/>
          </a:prstGeom>
          <a:solidFill>
            <a:srgbClr val="E3F2FD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61772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65A82"/>
                </a:solidFill>
                <a:latin typeface="Calibri"/>
              </a:rPr>
              <a:t>📚 Tu README debe incluir: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937760"/>
            <a:ext cx="10424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Calibri"/>
              </a:rPr>
              <a:t>VIVO · RÁPIDO (con LCP/INP/CLS/TTFB) · SEGURO (2 acciones) · Backup 3-2-1 · SLI · SLO · SLA · Runbook (4–6 pasos) · Datos del estudiante + URLs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Calibri"/>
              </a:rPr>
              <a:t>📦 Repo del docente: github.com/KrizRoMe/evaluacion-administracion-web   •   🌐 Sitio público: krizrome.github.io/evaluacion-administracion-web   •   📋 Issues: github.com/KrizRoMe/evaluacion-administracion-web/issues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✅ Checklist final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4 Issues en el repo del docente: 3 hallazgos + 1 link-evaluación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65A82"/>
                </a:solidFill>
                <a:latin typeface="Calibri"/>
              </a:rPr>
              <a:t>📦 En TU repositorio: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4592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☐ Repo público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☐ GitHub Pages funciona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☐ README completo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☐ URLs y datos del estudiante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/>
            </a:r>
          </a:p>
          <a:p>
            <a:pPr algn="l"/>
            <a:r>
              <a:rPr sz="1300" b="1">
                <a:solidFill>
                  <a:srgbClr val="2A2A2A"/>
                </a:solidFill>
                <a:latin typeface="Calibri"/>
              </a:rPr>
              <a:t>📋 3 ISSUES EN REPO DEL DOCENTE: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☐ Issue 1: rendimiento.yml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☐ Issue 2: accesibilidad.yml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☐ Issue 3: mantenimiento.yml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A580C"/>
                </a:solidFill>
                <a:latin typeface="Calibri"/>
              </a:rPr>
              <a:t>🔗 4ª ISSUE en repo del DOCENTE: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64592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☐ Abrí el link del template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☐ Seleccioné 'Link de evaluación'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☐ Puse mi nombre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☐ Pegué link de mi repo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☐ Pegué link público de mi sitio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☐ Envié la Issue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/>
            </a:r>
          </a:p>
          <a:p>
            <a:pPr algn="l"/>
            <a:r>
              <a:rPr sz="1300" b="1">
                <a:solidFill>
                  <a:srgbClr val="2A2A2A"/>
                </a:solidFill>
                <a:latin typeface="Calibri"/>
              </a:rPr>
              <a:t>📊 PUNTAJE TOTAL: 20 pts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• 3 Issues hallazgos × 5 pts = 15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• 1 Issue link-evaluación × 5 pts = 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937760"/>
            <a:ext cx="10972800" cy="13716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983480"/>
            <a:ext cx="10607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📊 PUNTAJE TOTAL: 20 puntos</a:t>
            </a:r>
          </a:p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• 3 Issues de hallazgos × 5 pts = 15 pts</a:t>
            </a:r>
          </a:p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• 1 Issue de link-evaluación × 5 pts = 5 pts</a:t>
            </a:r>
          </a:p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Aprobado: ≥14 pts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Calibri"/>
              </a:rPr>
              <a:t>📦 Repo del docente: github.com/KrizRoMe/evaluacion-administracion-web   •   🌐 Sitio público: krizrome.github.io/evaluacion-administracion-web   •   📋 Issues: github.com/KrizRoMe/evaluacion-administracion-web/issues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