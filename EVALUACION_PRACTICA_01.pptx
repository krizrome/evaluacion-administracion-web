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457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EVALUACIÓN PRÁCTICA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libri"/>
              </a:rPr>
              <a:t>Administración y mantenimiento de un sitio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20040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Curso: Administración de Sitios Web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Calibri"/>
              </a:rPr>
              <a:t>Unidad: 1  •  Duración: 90 minutos  •  Aprobado: 14/20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846320"/>
            <a:ext cx="10332720" cy="640080"/>
          </a:xfrm>
          <a:prstGeom prst="roundRect">
            <a:avLst/>
          </a:prstGeom>
          <a:solidFill>
            <a:srgbClr val="F4F4F4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983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📦 REPOSITORIO (sitio base a auditar)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486400"/>
            <a:ext cx="99669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A2A"/>
                </a:solidFill>
                <a:latin typeface="Consolas"/>
              </a:rPr>
              <a:t>https://github.com/KrizRoMe/evaluacion-administracion-web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532120"/>
            <a:ext cx="10332720" cy="640080"/>
          </a:xfrm>
          <a:prstGeom prst="roundRect">
            <a:avLst/>
          </a:prstGeom>
          <a:solidFill>
            <a:srgbClr val="F4F4F4"/>
          </a:solidFill>
          <a:ln w="254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6692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🌐 SITIO WEB PÚBLICO (GitHub Pages del sitio base)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6172200"/>
            <a:ext cx="99669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A2A"/>
                </a:solidFill>
                <a:latin typeface="Consolas"/>
              </a:rPr>
              <a:t>https://krizrome.github.io/evaluacion-administracion-web/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¿Qué debes demostrar?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  <a:latin typeface="Calibri"/>
              </a:rPr>
              <a:t>Competencias evaluadas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2A2A"/>
                </a:solidFill>
                <a:latin typeface="Calibri"/>
              </a:rPr>
              <a:t>🔧 Habilidades técnicas</a:t>
            </a:r>
          </a:p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• Git y GitHub</a:t>
            </a:r>
          </a:p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• GitHub CLI</a:t>
            </a:r>
          </a:p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• GitHub Pages</a:t>
            </a:r>
          </a:p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• Chrome DevTools (Elements, Network)</a:t>
            </a:r>
          </a:p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• Lighthouse</a:t>
            </a:r>
          </a:p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• axe DevTools (accesibilidad)</a:t>
            </a:r>
          </a:p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• GitHub Issues (con templates)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2A2A"/>
                </a:solidFill>
                <a:latin typeface="Calibri"/>
              </a:rPr>
              <a:t>📚 Conceptos de administración</a:t>
            </a:r>
          </a:p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• Mantenimiento web</a:t>
            </a:r>
          </a:p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• Tipos de mantenimiento</a:t>
            </a:r>
          </a:p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• VIVO / RÁPIDO / SEGURO</a:t>
            </a:r>
          </a:p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• Backup 3-2-1</a:t>
            </a:r>
          </a:p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• SLI / SLO / SLA</a:t>
            </a:r>
          </a:p>
          <a:p>
            <a:pPr algn="l"/>
            <a:r>
              <a:rPr sz="1500" b="0">
                <a:solidFill>
                  <a:srgbClr val="2A2A2A"/>
                </a:solidFill>
                <a:latin typeface="Calibri"/>
              </a:rPr>
              <a:t>• Runbooks para sitios caídos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577840"/>
            <a:ext cx="10332720" cy="640080"/>
          </a:xfrm>
          <a:prstGeom prst="roundRect">
            <a:avLst/>
          </a:prstGeom>
          <a:solidFill>
            <a:srgbClr val="F4F4F4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5A82"/>
                </a:solidFill>
                <a:latin typeface="Calibri"/>
              </a:rPr>
              <a:t>❌ No se evalúa programación avanzada ni aplicar correcciones en código.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alibri"/>
              </a:rPr>
              <a:t>📦 Repo: github.com/KrizRoMe/evaluacion-administracion-web   •   🌐 Web: krizrome.github.io/evaluacion-administracion-web   •   📋 Issues: github.com/KrizRoMe/evaluacion-administracion-web/issues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🔗 URLs de la evaluación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  <a:latin typeface="Calibri"/>
              </a:rPr>
              <a:t>Sitio base + tu repo + dónde entregar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🌐  Sitio base (el código que vas a auditar)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972800" cy="640080"/>
          </a:xfrm>
          <a:prstGeom prst="roundRect">
            <a:avLst/>
          </a:prstGeom>
          <a:solidFill>
            <a:srgbClr val="E6F7F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373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URL del sitio público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40280"/>
            <a:ext cx="1060704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A2A"/>
                </a:solidFill>
                <a:latin typeface="Consolas"/>
              </a:rPr>
              <a:t>https://krizrome.github.io/evaluacion-administracion-web/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📦  Tu repositorio (donde subirás TU evaluación)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10972800" cy="6400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9718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7293"/>
                </a:solidFill>
                <a:latin typeface="Calibri"/>
              </a:rPr>
              <a:t>Patrón: reemplaza TU-NOMBRE por tu nombre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474720"/>
            <a:ext cx="1060704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A2A"/>
                </a:solidFill>
                <a:latin typeface="Consolas"/>
              </a:rPr>
              <a:t>https://github.com/KrizRoMe/evaluacion-administracion-web-TU-NOMBRE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🚀  Tu sitio publicado (GitHub Pages)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00" cy="640080"/>
          </a:xfrm>
          <a:prstGeom prst="roundRect">
            <a:avLst/>
          </a:prstGeom>
          <a:solidFill>
            <a:srgbClr val="E6F7F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2062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Patrón de URL pública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709160"/>
            <a:ext cx="1060704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A2A"/>
                </a:solidFill>
                <a:latin typeface="Consolas"/>
              </a:rPr>
              <a:t>https://TU-USUARIO.github.io/evaluacion-administracion-web-TU-NOMBRE/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Calibri"/>
              </a:rPr>
              <a:t>📤  Dónde entregas tu evaluación (Issue de entrega)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03520"/>
            <a:ext cx="10972800" cy="777240"/>
          </a:xfrm>
          <a:prstGeom prst="roundRect">
            <a:avLst/>
          </a:prstGeom>
          <a:solidFill>
            <a:srgbClr val="FEF3E6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440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Calibri"/>
              </a:rPr>
              <a:t>Crea una Issue con el template 'Entrega' en el repo del docente: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943600"/>
            <a:ext cx="10607040" cy="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A2A"/>
                </a:solidFill>
                <a:latin typeface="Consolas"/>
              </a:rPr>
              <a:t>https://github.com/KrizRoMe/evaluacion-administracion-web/issues/new?template=entrega.yml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6172200"/>
            <a:ext cx="10972800" cy="274320"/>
          </a:xfrm>
          <a:prstGeom prst="roundRect">
            <a:avLst/>
          </a:prstGeom>
          <a:solidFill>
            <a:srgbClr val="FFF3CD"/>
          </a:solidFill>
          <a:ln>
            <a:solidFill>
              <a:srgbClr val="E6A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2179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24E0E"/>
                </a:solidFill>
                <a:latin typeface="Calibri"/>
              </a:rPr>
              <a:t>📌  Los 3 hallazgos se documentan como Issues EN TU REPO.  La entrega final se hace como Issue AQUÍ.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alibri"/>
              </a:rPr>
              <a:t>📦 Repo: github.com/KrizRoMe/evaluacion-administracion-web   •   🌐 Web: krizrome.github.io/evaluacion-administracion-web   •   📋 Issues: github.com/KrizRoMe/evaluacion-administracion-web/issues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Flujo de la evaluación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  <a:latin typeface="Calibri"/>
              </a:rPr>
              <a:t>7 fases, 90 minutos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3747" y="2286000"/>
            <a:ext cx="1417320" cy="1554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3747" y="260604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Código
base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50211" y="2926080"/>
            <a:ext cx="118872" cy="27432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78227" y="2286000"/>
            <a:ext cx="1417320" cy="1554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78227" y="260604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Crear
repo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04691" y="2926080"/>
            <a:ext cx="118872" cy="27432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32707" y="2286000"/>
            <a:ext cx="1417320" cy="1554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32707" y="260604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GitHub
Pages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259171" y="2926080"/>
            <a:ext cx="118872" cy="27432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387187" y="2286000"/>
            <a:ext cx="1417320" cy="1554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7187" y="260604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Auditar
+axe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813651" y="2926080"/>
            <a:ext cx="118872" cy="27432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1667" y="2286000"/>
            <a:ext cx="1417320" cy="1554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1667" y="260604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 Issues
en TU repo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68131" y="2926080"/>
            <a:ext cx="118872" cy="27432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96147" y="2286000"/>
            <a:ext cx="1417320" cy="1554480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96147" y="260604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README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922611" y="2926080"/>
            <a:ext cx="118872" cy="274320"/>
          </a:xfrm>
          <a:prstGeom prst="righ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50627" y="2286000"/>
            <a:ext cx="1417320" cy="155448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0627" y="2606040"/>
            <a:ext cx="1417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Issue de
entrega AQUÍ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Calibri"/>
              </a:rPr>
              <a:t>Tiempos sugeridos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720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Repositorio: 10 min   •   GitHub Pages: 10 min   •   Auditoría: 15 min</a:t>
            </a:r>
          </a:p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Issues (TU repo): 20 min   •   Documentar solución: 10 min   •   README: 15 min   •   Issue de entrega: 5 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760720"/>
            <a:ext cx="10972800" cy="457200"/>
          </a:xfrm>
          <a:prstGeom prst="roundRect">
            <a:avLst/>
          </a:prstGeom>
          <a:solidFill>
            <a:srgbClr val="FFF3CD"/>
          </a:solidFill>
          <a:ln>
            <a:solidFill>
              <a:srgbClr val="E6A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924E0E"/>
                </a:solidFill>
                <a:latin typeface="Calibri"/>
              </a:rPr>
              <a:t>⚠️  No es necesario aplicar las correcciones. Basta con especificar la solución en el texto de cada Issue.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alibri"/>
              </a:rPr>
              <a:t>📦 Repo: github.com/KrizRoMe/evaluacion-administracion-web   •   🌐 Web: krizrome.github.io/evaluacion-administracion-web   •   📋 Issues: github.com/KrizRoMe/evaluacion-administracion-web/issues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Parte 1 · Crear tu repositorio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  <a:latin typeface="Calibri"/>
              </a:rPr>
              <a:t>⏱ 10 minutos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7772400" cy="4114800"/>
          </a:xfrm>
          <a:prstGeom prst="roundRect">
            <a:avLst/>
          </a:prstGeom>
          <a:solidFill>
            <a:srgbClr val="2A2A2A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749807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 gh CLI (recomendado):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$ git init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$ git add 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$ git commit -m "feat: inicio de evaluación"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$ gh repo create evaluacion-administracion-web-TU-NOMBRE \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    --public --source=. --remote=origin --push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Alternativa con git directo: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$ git remote add origin https://github.com/TU-USUARIO/...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$ git branch -M main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$ git push -u origin 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28016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2A2A"/>
                </a:solidFill>
                <a:latin typeface="Calibri"/>
              </a:rPr>
              <a:t>✅ Resultado esperado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• Repositorio público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• Código del sitio subido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• Commit inicial realizado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/>
            </a:r>
          </a:p>
          <a:p>
            <a:pPr algn="l"/>
            <a:r>
              <a:rPr sz="1400" b="1">
                <a:solidFill>
                  <a:srgbClr val="2A2A2A"/>
                </a:solidFill>
                <a:latin typeface="Calibri"/>
              </a:rPr>
              <a:t>📌 Nombre sugerido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evaluacion-administracion-web-TU-NOMBRE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669280"/>
            <a:ext cx="10972800" cy="548640"/>
          </a:xfrm>
          <a:prstGeom prst="roundRect">
            <a:avLst/>
          </a:prstGeom>
          <a:solidFill>
            <a:srgbClr val="F4F4F4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5A82"/>
                </a:solidFill>
                <a:latin typeface="Calibri"/>
              </a:rPr>
              <a:t>💡 No se exige memorizar comandos. Si logras subir el código, está bien.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alibri"/>
              </a:rPr>
              <a:t>📦 Repo: github.com/KrizRoMe/evaluacion-administracion-web   •   🌐 Web: krizrome.github.io/evaluacion-administracion-web   •   📋 Issues: github.com/KrizRoMe/evaluacion-administracion-web/issues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Parte 2 · Publicar con GitHub Pages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  <a:latin typeface="Calibri"/>
              </a:rPr>
              <a:t>⏱ 10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  <a:latin typeface="Calibri"/>
              </a:rPr>
              <a:t>Pasos:</a:t>
            </a:r>
          </a:p>
          <a:p>
            <a:pPr algn="l"/>
            <a:r>
              <a:rPr sz="1800" b="0">
                <a:solidFill>
                  <a:srgbClr val="2A2A2A"/>
                </a:solidFill>
                <a:latin typeface="Calibri"/>
              </a:rPr>
              <a:t>1. Settings → Pages</a:t>
            </a:r>
          </a:p>
          <a:p>
            <a:pPr algn="l"/>
            <a:r>
              <a:rPr sz="1800" b="0">
                <a:solidFill>
                  <a:srgbClr val="2A2A2A"/>
                </a:solidFill>
                <a:latin typeface="Calibri"/>
              </a:rPr>
              <a:t>2. Source: Deploy from a branch  →  Rama: main  →  Carpeta: / (root)</a:t>
            </a:r>
          </a:p>
          <a:p>
            <a:pPr algn="l"/>
            <a:r>
              <a:rPr sz="1800" b="0">
                <a:solidFill>
                  <a:srgbClr val="2A2A2A"/>
                </a:solidFill>
                <a:latin typeface="Calibri"/>
              </a:rPr>
              <a:t>3. Guardar y esperar 1–2 minutos</a:t>
            </a:r>
          </a:p>
          <a:p>
            <a:pPr algn="l"/>
            <a:r>
              <a:rPr sz="1800" b="0">
                <a:solidFill>
                  <a:srgbClr val="2A2A2A"/>
                </a:solidFill>
                <a:latin typeface="Calibri"/>
              </a:rPr>
              <a:t>4. Copiar la URL pública al README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65A82"/>
                </a:solidFill>
                <a:latin typeface="Calibri"/>
              </a:rPr>
              <a:t>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A2A2A"/>
                </a:solidFill>
                <a:latin typeface="Calibri"/>
              </a:rPr>
              <a:t>☐  Repositorio público</a:t>
            </a:r>
          </a:p>
          <a:p>
            <a:pPr algn="l"/>
            <a:r>
              <a:rPr sz="1800" b="0">
                <a:solidFill>
                  <a:srgbClr val="2A2A2A"/>
                </a:solidFill>
                <a:latin typeface="Calibri"/>
              </a:rPr>
              <a:t>☐  Página publicada</a:t>
            </a:r>
          </a:p>
          <a:p>
            <a:pPr algn="l"/>
            <a:r>
              <a:rPr sz="1800" b="0">
                <a:solidFill>
                  <a:srgbClr val="2A2A2A"/>
                </a:solidFill>
                <a:latin typeface="Calibri"/>
              </a:rPr>
              <a:t>☐  URL funcionando</a:t>
            </a:r>
          </a:p>
          <a:p>
            <a:pPr algn="l"/>
            <a:r>
              <a:rPr sz="1800" b="0">
                <a:solidFill>
                  <a:srgbClr val="2A2A2A"/>
                </a:solidFill>
                <a:latin typeface="Calibri"/>
              </a:rPr>
              <a:t>☐  URL copiada al README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486400"/>
            <a:ext cx="10332720" cy="777240"/>
          </a:xfrm>
          <a:prstGeom prst="roundRect">
            <a:avLst/>
          </a:prstGeom>
          <a:solidFill>
            <a:srgbClr val="E6F7F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Calibri"/>
              </a:rPr>
              <a:t>🌐 Tu URL pública (formato):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A2A2A"/>
                </a:solidFill>
                <a:latin typeface="Consolas"/>
              </a:rPr>
              <a:t>https://TU-USUARIO.github.io/evaluacion-administracion-web-TU-NOMBRE/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alibri"/>
              </a:rPr>
              <a:t>📦 Repo: github.com/KrizRoMe/evaluacion-administracion-web   •   🌐 Web: krizrome.github.io/evaluacion-administracion-web   •   📋 Issues: github.com/KrizRoMe/evaluacion-administracion-web/issues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Parte 3 · Auditar el sitio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  <a:latin typeface="Calibri"/>
              </a:rPr>
              <a:t>⏱ 15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Calibri"/>
              </a:rPr>
              <a:t>Herramientas a usar: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2A2A"/>
                </a:solidFill>
                <a:latin typeface="Calibri"/>
              </a:rPr>
              <a:t>🔍 Chrome DevTools (F12)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• Pestaña Elements → revisa el HTML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• Pestaña Network → observa los recursos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/>
            </a:r>
          </a:p>
          <a:p>
            <a:pPr algn="l"/>
            <a:r>
              <a:rPr sz="1400" b="1">
                <a:solidFill>
                  <a:srgbClr val="2A2A2A"/>
                </a:solidFill>
                <a:latin typeface="Calibri"/>
              </a:rPr>
              <a:t>💡 Lighthouse (DevTools)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• Pestaña Lighthouse → Performance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• Analyze page 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2A2A"/>
                </a:solidFill>
                <a:latin typeface="Calibri"/>
              </a:rPr>
              <a:t>♿ axe DevTools (extensión)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• Pestaña axe DevTools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• Scan ALL of my page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• Detecta accesibilidad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  (alt, contraste, ARIA, etc.)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/>
            </a:r>
          </a:p>
          <a:p>
            <a:pPr algn="l"/>
            <a:r>
              <a:rPr sz="1400" b="1">
                <a:solidFill>
                  <a:srgbClr val="2A2A2A"/>
                </a:solidFill>
                <a:latin typeface="Calibri"/>
              </a:rPr>
              <a:t>Si no tienes la extensión: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• chromewebstore → buscar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  "axe DevTools"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37760"/>
            <a:ext cx="10972800" cy="731520"/>
          </a:xfrm>
          <a:prstGeom prst="roundRect">
            <a:avLst/>
          </a:prstGeom>
          <a:solidFill>
            <a:srgbClr val="F4F4F4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9834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🎯 Objetivo: encontrar 3 problemas reales (rendimiento, accesibilidad, mantenimiento, seguridad básica, administración).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52160"/>
            <a:ext cx="10972800" cy="457200"/>
          </a:xfrm>
          <a:prstGeom prst="roundRect">
            <a:avLst/>
          </a:prstGeom>
          <a:solidFill>
            <a:srgbClr val="F4F4F4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65A82"/>
                </a:solidFill>
                <a:latin typeface="Calibri"/>
              </a:rPr>
              <a:t>💡 No necesitas puntuación perfecta de Lighthouse. Solo identificar problemas reales.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alibri"/>
              </a:rPr>
              <a:t>📦 Repo: github.com/KrizRoMe/evaluacion-administracion-web   •   🌐 Web: krizrome.github.io/evaluacion-administracion-web   •   📋 Issues: github.com/KrizRoMe/evaluacion-administracion-web/issues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Parte 4 · Crear 3 Issues en TU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  <a:latin typeface="Calibri"/>
              </a:rPr>
              <a:t>⏱ 20 minutos  •  Usa los templates interactivos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72800" cy="5486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65A82"/>
                </a:solidFill>
                <a:latin typeface="Calibri"/>
              </a:rPr>
              <a:t>⚠️  Estos 3 Issues se crean en TU PROPIO repositorio, NO en el del docente.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2A2A"/>
                </a:solidFill>
                <a:latin typeface="Calibri"/>
              </a:rPr>
              <a:t>Templates interactivos disponibles (en .github/ISSUE_TEMPLATE/):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📊 rendimiento.yml     →  hallazgos de performance / Lighthouse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🔧 mantenimiento.yml   →  hallazgos de dependencias / seguridad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♿ accesibilidad.yml   →  hallazgos de axe DevTools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📝 general.yml         →  cualquier otro hallazgo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10972800" cy="2377440"/>
          </a:xfrm>
          <a:prstGeom prst="roundRect">
            <a:avLst/>
          </a:prstGeom>
          <a:solidFill>
            <a:srgbClr val="2A2A2A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49039"/>
            <a:ext cx="10607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Cada template es un FORMULARIO INTERACTIVO con: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📝 Inputs  →  Problema, Ubicación, Concepto, Justificación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📄 Textareas  →  Evidencia, Impacto, Solución propuesta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🔽 Dropdowns  →  Pilar, Tipo de mantenimiento, Severidad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☑️ Checkboxes  →  Principios WCAG, Conceptos múltiples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⚠️ Validación required  →  No se envía si está vacío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alibri"/>
              </a:rPr>
              <a:t>📦 Repo: github.com/KrizRoMe/evaluacion-administracion-web   •   🌐 Web: krizrome.github.io/evaluacion-administracion-web   •   📋 Issues: github.com/KrizRoMe/evaluacion-administracion-web/issues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Parte 5 · Documentar solución + README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  <a:latin typeface="Calibri"/>
              </a:rPr>
              <a:t>⏱ 25 minutos  •  Sin tocar el código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10972800" cy="640080"/>
          </a:xfrm>
          <a:prstGeom prst="roundRect">
            <a:avLst/>
          </a:prstGeom>
          <a:solidFill>
            <a:srgbClr val="FFF3CD"/>
          </a:solidFill>
          <a:ln>
            <a:solidFill>
              <a:srgbClr val="E6A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24E0E"/>
                </a:solidFill>
                <a:latin typeface="Calibri"/>
              </a:rPr>
              <a:t>⚠️  No es necesario aplicar las correcciones en el código. Solo ANALIZAR y PROPONER en texto.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5A82"/>
                </a:solidFill>
                <a:latin typeface="Calibri"/>
              </a:rPr>
              <a:t>En cada Issue, completa la sección Solución propuesta: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"Agregar atributos width y height a la etiqueta &lt;img&gt; del hero."</a:t>
            </a:r>
          </a:p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"Añadir el atributo defer al &lt;script&gt; para que no sea bloqueante."</a:t>
            </a:r>
          </a:p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"Actualizar jquery a una versión 3.x sin vulnerabilidades conocidas."</a:t>
            </a:r>
          </a:p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"Cambiar el texto del footer por la fecha actual de mantenimiento."</a:t>
            </a:r>
          </a:p>
          <a:p>
            <a:pPr algn="l"/>
            <a:r>
              <a:rPr sz="1300" b="0">
                <a:solidFill>
                  <a:srgbClr val="2A2A2A"/>
                </a:solidFill>
                <a:latin typeface="Calibri"/>
              </a:rPr>
              <a:t>"Agregar atributo alt descriptivo a todas las imágenes del sitio."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72000"/>
            <a:ext cx="10972800" cy="1737360"/>
          </a:xfrm>
          <a:prstGeom prst="roundRect">
            <a:avLst/>
          </a:prstGeom>
          <a:solidFill>
            <a:srgbClr val="E3F2FD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65A82"/>
                </a:solidFill>
                <a:latin typeface="Calibri"/>
              </a:rPr>
              <a:t>📚 README debe incluir: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A2A"/>
                </a:solidFill>
                <a:latin typeface="Calibri"/>
              </a:rPr>
              <a:t>VIVO • RÁPIDO (con LCP/INP/CLS/TTFB) • SEGURO (2 acciones) • Backup 3-2-1 • SLI • SLO • SLA • Runbook (4–6 pasos) • Datos del estudiante + URLs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alibri"/>
              </a:rPr>
              <a:t>📦 Repo: github.com/KrizRoMe/evaluacion-administracion-web   •   🌐 Web: krizrome.github.io/evaluacion-administracion-web   •   📋 Issues: github.com/KrizRoMe/evaluacion-administracion-web/issues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📤 Parte 6 · Crear Issue de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ED3B6"/>
                </a:solidFill>
                <a:latin typeface="Calibri"/>
              </a:rPr>
              <a:t>⏱ 5 minutos  •  Esta Issue se crea en el repo del DOCENTE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2A2A"/>
                </a:solidFill>
                <a:latin typeface="Calibri"/>
              </a:rPr>
              <a:t>Pasos: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1. Abre el repo del curso en una pestaña nueva: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2. Clic en Issues → New issue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3. Selecciona el template 📤 Entrega de evaluación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4. Completa el formulario: tu nombre, código, URL de tu repo, URL de tu GitHub Pages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5. Clic en Submit (Crear)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57600"/>
            <a:ext cx="10972800" cy="1280160"/>
          </a:xfrm>
          <a:prstGeom prst="roundRect">
            <a:avLst/>
          </a:prstGeom>
          <a:solidFill>
            <a:srgbClr val="FEF3E6"/>
          </a:solidFill>
          <a:ln w="381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A580C"/>
                </a:solidFill>
                <a:latin typeface="Calibri"/>
              </a:rPr>
              <a:t>🔗 LINK DIRECTO PARA CREAR EL ISSUE DE ENTREGA: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A2A2A"/>
                </a:solidFill>
                <a:latin typeface="Consolas"/>
              </a:rPr>
              <a:t>https://github.com/KrizRoMe/evaluacion-administracion-web/issues/new?template=entrega.yml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720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Calibri"/>
              </a:rPr>
              <a:t>(también lo encuentras en la pestaña Issues del repo del docente)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120640"/>
            <a:ext cx="10972800" cy="1188720"/>
          </a:xfrm>
          <a:prstGeom prst="roundRect">
            <a:avLst/>
          </a:prstGeom>
          <a:solidFill>
            <a:srgbClr val="F4F4F4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16636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5A82"/>
                </a:solidFill>
                <a:latin typeface="Calibri"/>
              </a:rPr>
              <a:t>La Issue de entrega te pide: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4864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A2A2A"/>
                </a:solidFill>
                <a:latin typeface="Calibri"/>
              </a:rPr>
              <a:t>• Nombre completo • Código • URL de TU repositorio  •  URL de TU GitHub Pages  •  Checklist de auto-verificación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alibri"/>
              </a:rPr>
              <a:t>📦 Repo: github.com/KrizRoMe/evaluacion-administracion-web   •   🌐 Web: krizrome.github.io/evaluacion-administracion-web   •   📋 Issues: github.com/KrizRoMe/evaluacion-administracion-web/issues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✅ Checklist final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  <a:latin typeface="Calibri"/>
              </a:rPr>
              <a:t>Antes de entregar, verifica 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Calibri"/>
              </a:rPr>
              <a:t>📦 En TU repositorio: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☐ Repo público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☐ GitHub Pages funciona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☐ EXACTAMENTE 3 Issues creadas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☐ Cada Issue usa un template .yml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☐ Cada Issue completa todas las secciones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☐ README completo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☐ URLs y datos del estudiante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  <a:latin typeface="Calibri"/>
              </a:rPr>
              <a:t>📤 En repo del DOCENTE (entrega):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☐ Abrí el link de entrega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☐ Seleccioné el template 'Entrega'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☐ Completé nombre, código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☐ Pegué URL de mi repo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☐ Pegué URL de mi GitHub Pages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☐ Marqué el checklist</a:t>
            </a:r>
          </a:p>
          <a:p>
            <a:pPr algn="l"/>
            <a:r>
              <a:rPr sz="1400" b="0">
                <a:solidFill>
                  <a:srgbClr val="2A2A2A"/>
                </a:solidFill>
                <a:latin typeface="Calibri"/>
              </a:rPr>
              <a:t>☐ Envié la Issue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937760"/>
            <a:ext cx="10972800" cy="13716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98348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🔗 ENTREGAR AL DOCENTE — Crear Issue de entrega aquí: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9496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</a:rPr>
              <a:t>https://github.com/KrizRoMe/evaluacion-administracion-web/issues/new?template=entrega.yml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ED3B6"/>
                </a:solidFill>
                <a:latin typeface="Calibri"/>
              </a:rPr>
              <a:t>📌  Los 3 hallazgos van en TU repo.  La ENTREGA final va AQUÍ.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alibri"/>
              </a:rPr>
              <a:t>📦 Repo: github.com/KrizRoMe/evaluacion-administracion-web   •   🌐 Web: krizrome.github.io/evaluacion-administracion-web   •   📋 Issues: github.com/KrizRoMe/evaluacion-administracion-web/issues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99999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