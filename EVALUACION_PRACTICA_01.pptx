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4572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EVALUACIÓN PRÁCTICA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libri"/>
              </a:rPr>
              <a:t>Administración y mantenimiento de un sitio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3200400"/>
            <a:ext cx="6675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Curso: Administración de Sitios Web</a:t>
            </a:r>
          </a:p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Unidad: 1  •  Duración: 90 minutos  •  Aprobado: 14/20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846320"/>
            <a:ext cx="10332720" cy="822960"/>
          </a:xfrm>
          <a:prstGeom prst="roundRect">
            <a:avLst/>
          </a:prstGeom>
          <a:solidFill>
            <a:srgbClr val="F4F4F4"/>
          </a:solidFill>
          <a:ln w="25400"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937759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📦 REPOSITORIO (sitio base a auditar)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4924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https://github.com/KrizRoMe/evaluacion-administracion-web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577840"/>
            <a:ext cx="10332720" cy="822960"/>
          </a:xfrm>
          <a:prstGeom prst="roundRect">
            <a:avLst/>
          </a:prstGeom>
          <a:solidFill>
            <a:srgbClr val="F4F4F4"/>
          </a:solidFill>
          <a:ln w="25400">
            <a:solidFill>
              <a:srgbClr val="065A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669279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🌐 SITIO WEB PÚBLICO (GitHub Pages del sitio base)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6080759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https://krizrome.github.io/evaluacion-administracion-web/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¿Qué debes demostrar?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Competencias evaluadas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2A2A"/>
                </a:solidFill>
                <a:latin typeface="Calibri"/>
              </a:rPr>
              <a:t>🔧 Habilidades técnicas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 y GitHub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CLI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Pages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Chrome DevTools (Elements, Network)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Lighthouse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axe DevTools (accesibilidad)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GitHub Issues (con templates)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2A2A"/>
                </a:solidFill>
                <a:latin typeface="Calibri"/>
              </a:rPr>
              <a:t>📚 Conceptos de administración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Mantenimiento web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Tipos de mantenimiento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VIVO / RÁPIDO / SEGURO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Backup 3-2-1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SLI / SLO / SLA</a:t>
            </a:r>
          </a:p>
          <a:p>
            <a:pPr algn="l"/>
            <a:r>
              <a:rPr sz="1500" b="0">
                <a:solidFill>
                  <a:srgbClr val="2A2A2A"/>
                </a:solidFill>
                <a:latin typeface="Calibri"/>
              </a:rPr>
              <a:t>• Runbooks para sitios caídos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5577840"/>
            <a:ext cx="10332720" cy="64008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5A82"/>
                </a:solidFill>
                <a:latin typeface="Calibri"/>
              </a:rPr>
              <a:t>❌ No se evalúa programación avanzada ni aplicar correcciones en código.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🔗 URLs de la 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Sitio base + tu repo + dónde entregar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🌐  Sitio base (el código que vas a auditar)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10972800" cy="82296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916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Calibri"/>
              </a:rPr>
              <a:t>URL del sitio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1031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https://krizrome.github.io/evaluacion-administracion-web/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📦  Tu repositorio (donde subirás TU evaluación)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80360"/>
            <a:ext cx="10972800" cy="82296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29718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7293"/>
                </a:solidFill>
                <a:latin typeface="Calibri"/>
              </a:rPr>
              <a:t>Patrón: reemplaza TU-NOMBRE por tu nombre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383279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onsolas"/>
              </a:rPr>
              <a:t>https://github.com/KrizRoMe/evaluacion-administracion-web-TU-NOMBRE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🚀  Tu sitio publicado (GitHub Pages)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0520"/>
            <a:ext cx="10972800" cy="82296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4251959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  <a:latin typeface="Calibri"/>
              </a:rPr>
              <a:t>Patrón de URL pública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46634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onsolas"/>
              </a:rPr>
              <a:t>https://TU-USUARIO.github.io/evaluacion-administracion-web-TU-NOMBRE/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A580C"/>
                </a:solidFill>
                <a:latin typeface="Calibri"/>
              </a:rPr>
              <a:t>📤  Dónde entregas tu evaluación (Issue de entrega)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440680"/>
            <a:ext cx="10972800" cy="822960"/>
          </a:xfrm>
          <a:prstGeom prst="roundRect">
            <a:avLst/>
          </a:prstGeom>
          <a:solidFill>
            <a:srgbClr val="FEF3E6"/>
          </a:solidFill>
          <a:ln w="254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55321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A580C"/>
                </a:solidFill>
                <a:latin typeface="Calibri"/>
              </a:rPr>
              <a:t>Crea una Issue con el template 'Entrega' en el repo del docente: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94360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onsolas"/>
              </a:rPr>
              <a:t>https://github.com/KrizRoMe/evaluacion-administracion-web/issues/new?template=entrega.yml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Flujo de la evaluación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7 fases, 90 minutos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3747" y="2286000"/>
            <a:ext cx="1417320" cy="155448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606040"/>
            <a:ext cx="1417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Código
base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50211" y="292608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278227" y="2286000"/>
            <a:ext cx="1417320" cy="155448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78227" y="2606040"/>
            <a:ext cx="1417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Crear
repo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04691" y="292608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832707" y="2286000"/>
            <a:ext cx="1417320" cy="155448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32707" y="2606040"/>
            <a:ext cx="1417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GitHub
Pages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259171" y="292608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7187" y="2286000"/>
            <a:ext cx="1417320" cy="155448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87187" y="2606040"/>
            <a:ext cx="1417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Auditar
+axe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13651" y="292608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41667" y="2286000"/>
            <a:ext cx="1417320" cy="155448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1667" y="2606040"/>
            <a:ext cx="1417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 Issues
en TU repo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68131" y="292608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96147" y="2286000"/>
            <a:ext cx="1417320" cy="1554480"/>
          </a:xfrm>
          <a:prstGeom prst="round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96147" y="2606040"/>
            <a:ext cx="1417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README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922611" y="2926080"/>
            <a:ext cx="118872" cy="274320"/>
          </a:xfrm>
          <a:prstGeom prst="rightArrow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050627" y="2286000"/>
            <a:ext cx="1417320" cy="155448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0627" y="2606040"/>
            <a:ext cx="1417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Issue de
entrega AQUÍ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65A82"/>
                </a:solidFill>
                <a:latin typeface="Calibri"/>
              </a:rPr>
              <a:t>Tiempos sugeridos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720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Repositorio: 10 min   •   GitHub Pages: 10 min   •   Auditoría: 15 min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Issues (TU repo): 20 min   •   Documentar solución: 10 min   •   README: 15 min   •   Issue de entrega: 5 min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760720"/>
            <a:ext cx="10972800" cy="45720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924E0E"/>
                </a:solidFill>
                <a:latin typeface="Calibri"/>
              </a:rPr>
              <a:t>⚠️  No es necesario aplicar las correcciones. Basta con especificar la solución en el texto de cada Issue.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1 · Crear tu repositorio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10 minutos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7772400" cy="4114800"/>
          </a:xfrm>
          <a:prstGeom prst="roundRect">
            <a:avLst/>
          </a:prstGeom>
          <a:solidFill>
            <a:srgbClr val="2A2A2A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749807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Con gh CLI (recomendado):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init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add 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commit -m "feat: inicio de evaluación"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gh repo create evaluacion-administracion-web-TU-NOMBRE \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    --public --source=. --remote=origin --push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Alternativa con git directo: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remote add origin https://github.com/TU-USUARIO/...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branch -M main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$ git push -u origin 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28016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✅ Resultado esperado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Repositorio público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Código del sitio subido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Commit inicial realizado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📌 Nombre sugerido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evaluacion-administracion-web-TU-NOMBRE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669280"/>
            <a:ext cx="10972800" cy="54864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65A82"/>
                </a:solidFill>
                <a:latin typeface="Calibri"/>
              </a:rPr>
              <a:t>💡 No se exige memorizar comandos. Si logras subir el código, está bien.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2 · Publicar con GitHub Pages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10 minutos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A2A2A"/>
                </a:solidFill>
                <a:latin typeface="Calibri"/>
              </a:rPr>
              <a:t>Pasos: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1. Settings → Pages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2. Source: Deploy from a branch  →  Rama: main  →  Carpeta: / (root)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3. Guardar y esperar 1–2 minutos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4. Copiar la URL pública al README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65A82"/>
                </a:solidFill>
                <a:latin typeface="Calibri"/>
              </a:rPr>
              <a:t>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Repositorio público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Página publicada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URL funcionando</a:t>
            </a:r>
          </a:p>
          <a:p>
            <a:pPr algn="l"/>
            <a:r>
              <a:rPr sz="1800" b="0">
                <a:solidFill>
                  <a:srgbClr val="2A2A2A"/>
                </a:solidFill>
                <a:latin typeface="Calibri"/>
              </a:rPr>
              <a:t>☐  URL copiada al README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5486400"/>
            <a:ext cx="10332720" cy="777240"/>
          </a:xfrm>
          <a:prstGeom prst="roundRect">
            <a:avLst/>
          </a:prstGeom>
          <a:solidFill>
            <a:srgbClr val="E6F7F1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  <a:latin typeface="Calibri"/>
              </a:rPr>
              <a:t>🌐 Tu URL pública (formato):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A2A2A"/>
                </a:solidFill>
                <a:latin typeface="Consolas"/>
              </a:rPr>
              <a:t>https://TU-USUARIO.github.io/evaluacion-administracion-web-TU-NOMBRE/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3 · Auditar el sitio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15 minutos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65A82"/>
                </a:solidFill>
                <a:latin typeface="Calibri"/>
              </a:rPr>
              <a:t>Herramientas a usar: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🔍 Chrome DevTools (F12)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Pestaña Elements → revisa el HTML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Pestaña Network → observa los recursos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💡 Lighthouse (DevTools)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Pestaña Lighthouse → Performance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Analyze page 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303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♿ axe DevTools (extensión)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Pestaña axe DevTools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Scan ALL of my page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Detecta accesibilidad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  (alt, contraste, ARIA, etc.)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/>
            </a:r>
          </a:p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Si no tienes la extensión: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• chromewebstore → buscar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  "axe DevTools"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937760"/>
            <a:ext cx="10972800" cy="73152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9834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🎯 Objetivo: encontrar 3 problemas reales (rendimiento, accesibilidad, mantenimiento, seguridad básica, administración).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852160"/>
            <a:ext cx="10972800" cy="45720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65A82"/>
                </a:solidFill>
                <a:latin typeface="Calibri"/>
              </a:rPr>
              <a:t>💡 No necesitas puntuación perfecta de Lighthouse. Solo identificar problemas reales.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4 · Crear 3 Issues en TU repo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20 minutos  •  Usa los templates interactivos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10972800" cy="54864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65A82"/>
                </a:solidFill>
                <a:latin typeface="Calibri"/>
              </a:rPr>
              <a:t>⚠️  Estos 3 Issues se crean en TU PROPIO repositorio, NO en el del docente.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A2A2A"/>
                </a:solidFill>
                <a:latin typeface="Calibri"/>
              </a:rPr>
              <a:t>Templates interactivos disponibles (en .github/ISSUE_TEMPLATE/):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774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📊 rendimiento.yml     →  hallazgos de performance / Lighthouse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🔧 mantenimiento.yml   →  hallazgos de dependencias / seguridad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♿ accesibilidad.yml   →  hallazgos de axe DevTools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📝 general.yml         →  cualquier otro hallazgo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57600"/>
            <a:ext cx="10972800" cy="2377440"/>
          </a:xfrm>
          <a:prstGeom prst="roundRect">
            <a:avLst/>
          </a:prstGeom>
          <a:solidFill>
            <a:srgbClr val="2A2A2A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749039"/>
            <a:ext cx="106070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Cada template es un FORMULARIO INTERACTIVO con: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📝 Inputs  →  Problema, Ubicación, Concepto, Justificación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📄 Textareas  →  Evidencia, Impacto, Solución propuesta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🔽 Dropdowns  →  Pilar, Tipo de mantenimiento, Severidad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☑️ Checkboxes  →  Principios WCAG, Conceptos múltiples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⚠️ Validación required  →  No se envía si está vacío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Parte 5 · Documentar solución + README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⏱ 25 minutos  •  Sin tocar el código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10972800" cy="640080"/>
          </a:xfrm>
          <a:prstGeom prst="roundRect">
            <a:avLst/>
          </a:prstGeom>
          <a:solidFill>
            <a:srgbClr val="FFF3CD"/>
          </a:solidFill>
          <a:ln>
            <a:solidFill>
              <a:srgbClr val="E6A2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924E0E"/>
                </a:solidFill>
                <a:latin typeface="Calibri"/>
              </a:rPr>
              <a:t>⚠️  No es necesario aplicar las correcciones en el código. Solo ANALIZAR y PROPONER en texto.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5A82"/>
                </a:solidFill>
                <a:latin typeface="Calibri"/>
              </a:rPr>
              <a:t>En cada Issue, completa la sección Solución propuesta: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60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"Agregar atributos width y height a la etiqueta &lt;img&gt; del hero."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"Añadir el atributo defer al &lt;script&gt; para que no sea bloqueante."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"Actualizar jquery a una versión 3.x sin vulnerabilidades conocidas."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"Cambiar el texto del footer por la fecha actual de mantenimiento."</a:t>
            </a:r>
          </a:p>
          <a:p>
            <a:pPr algn="l"/>
            <a:r>
              <a:rPr sz="1300" b="0">
                <a:solidFill>
                  <a:srgbClr val="2A2A2A"/>
                </a:solidFill>
                <a:latin typeface="Calibri"/>
              </a:rPr>
              <a:t>"Agregar atributo alt descriptivo a todas las imágenes del sitio."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572000"/>
            <a:ext cx="10972800" cy="1737360"/>
          </a:xfrm>
          <a:prstGeom prst="roundRect">
            <a:avLst/>
          </a:prstGeom>
          <a:solidFill>
            <a:srgbClr val="E3F2FD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6177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65A82"/>
                </a:solidFill>
                <a:latin typeface="Calibri"/>
              </a:rPr>
              <a:t>📚 README debe incluir: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37760"/>
            <a:ext cx="10424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VIVO · RÁPIDO (con LCP/INP/CLS/TTFB) · SEGURO (2 acciones) · Backup 3-2-1 · SLI · SLO · SLA · Runbook (4–6 pasos) · Datos del estudiante + URLs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📤 Parte 6 · Crear Issue de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ED3B6"/>
                </a:solidFill>
                <a:latin typeface="Calibri"/>
              </a:rPr>
              <a:t>⏱ 5 minutos  •  Esta Issue se crea en el repo del DOCENTE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A2A2A"/>
                </a:solidFill>
                <a:latin typeface="Calibri"/>
              </a:rPr>
              <a:t>Pasos: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1. Abre el repo del curso en una pestaña nueva: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2. Clic en Issues → New issue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3. Selecciona el template 📤 Entrega de evaluación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4. Completa el formulario: tu nombre, código, URL de tu repo, URL de tu GitHub Pages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5. Clic en Submit (Crear)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657600"/>
            <a:ext cx="10972800" cy="1280160"/>
          </a:xfrm>
          <a:prstGeom prst="roundRect">
            <a:avLst/>
          </a:prstGeom>
          <a:solidFill>
            <a:srgbClr val="FEF3E6"/>
          </a:solidFill>
          <a:ln w="381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49039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EA580C"/>
                </a:solidFill>
                <a:latin typeface="Calibri"/>
              </a:rPr>
              <a:t>🔗 LINK DIRECTO PARA CREAR EL ISSUE DE ENTREGA: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605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A2A2A"/>
                </a:solidFill>
                <a:latin typeface="Consolas"/>
              </a:rPr>
              <a:t>https://github.com/KrizRoMe/evaluacion-administracion-web/issues/new?template=entrega.yml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57200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99999"/>
                </a:solidFill>
                <a:latin typeface="Calibri"/>
              </a:rPr>
              <a:t>(también lo encuentras en la pestaña Issues del repo del docente)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120640"/>
            <a:ext cx="10972800" cy="1188720"/>
          </a:xfrm>
          <a:prstGeom prst="roundRect">
            <a:avLst/>
          </a:prstGeom>
          <a:solidFill>
            <a:srgbClr val="F4F4F4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16636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65A82"/>
                </a:solidFill>
                <a:latin typeface="Calibri"/>
              </a:rPr>
              <a:t>La Issue de entrega te pide: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486400"/>
            <a:ext cx="10424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2A2A"/>
                </a:solidFill>
                <a:latin typeface="Calibri"/>
              </a:rPr>
              <a:t>• Nombre completo • Código • URL de TU repositorio  •  URL de TU GitHub Pages  •  Checklist de auto-verificación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✅ Checklist final completo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0A5FA"/>
                </a:solidFill>
                <a:latin typeface="Calibri"/>
              </a:rPr>
              <a:t>Antes de entregar, verifica TODO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65A82"/>
                </a:solidFill>
                <a:latin typeface="Calibri"/>
              </a:rPr>
              <a:t>📦 En TU repositorio: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Repo público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GitHub Pages funciona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EXACTAMENTE 3 Issues creadas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Cada Issue usa un template .yml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Cada Issue completa todas las secciones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README completo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URLs y datos del estudiante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A580C"/>
                </a:solidFill>
                <a:latin typeface="Calibri"/>
              </a:rPr>
              <a:t>📤 En repo del DOCENTE (entrega):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Abrí el link de entrega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Seleccioné el template 'Entrega'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Completé nombre, código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Pegué URL de mi repo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Pegué URL de mi GitHub Pages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Marqué el checklist</a:t>
            </a:r>
          </a:p>
          <a:p>
            <a:pPr algn="l"/>
            <a:r>
              <a:rPr sz="1400" b="0">
                <a:solidFill>
                  <a:srgbClr val="2A2A2A"/>
                </a:solidFill>
                <a:latin typeface="Calibri"/>
              </a:rPr>
              <a:t>☐ Envié la Issue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37760"/>
            <a:ext cx="10972800" cy="137160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9834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🔗 ENTREGAR AL DOCENTE — Crear Issue de entrega aquí: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39496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https://github.com/KrizRoMe/evaluacion-administracion-web/issues/new?template=entrega.yml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893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ED3B6"/>
                </a:solidFill>
                <a:latin typeface="Calibri"/>
              </a:rPr>
              <a:t>📌  Los 3 hallazgos van en TU repo.  La ENTREGA final va AQUÍ.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6666"/>
                </a:solidFill>
                <a:latin typeface="Calibri"/>
              </a:rPr>
              <a:t>📦 Repo: github.com/KrizRoMe/evaluacion-administracion-web   •   🌐 Web: krizrome.github.io/evaluacion-administracion-web   •   📋 Issues: github.com/KrizRoMe/evaluacion-administracion-web/issues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