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47472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Unidad: 1  •  Duración: 90 minutos</a:t>
            </a:r>
          </a:p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Escala: 1–20  •  Aprobado: 14/20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5303520"/>
            <a:ext cx="7589520" cy="54864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544068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REPOSITORIO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5897880"/>
            <a:ext cx="722376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5897880"/>
            <a:ext cx="7589520" cy="54864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6035040"/>
            <a:ext cx="7223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SITIO WEB (GitHub Pages)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6492240"/>
            <a:ext cx="7223760" cy="-91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Estas son las URLs que vas a usar y entregar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🌐  Sitio base (código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1097280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377440"/>
            <a:ext cx="10607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88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 Tu repositorio (donde subirás TU evaluación)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91840"/>
            <a:ext cx="10972800" cy="7772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29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C7293"/>
                </a:solidFill>
                <a:latin typeface="Calibri"/>
              </a:rPr>
              <a:t>Patrón de nombre (reemplaza TU-NOMBRE por tu nombre)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886200"/>
            <a:ext cx="10607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00600"/>
            <a:ext cx="1097280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9377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394960"/>
            <a:ext cx="106070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760720"/>
            <a:ext cx="10972800" cy="54864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📌 Al final de la evaluación entrega al docente: URL de tu repo + URL de tu GitHub Pages.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6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6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22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867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86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23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869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69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225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227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873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873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
Issues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229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87587" y="2286000"/>
            <a:ext cx="1417320" cy="137160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875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Documentar
solución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23195" y="2834640"/>
            <a:ext cx="146304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187787" y="2286000"/>
            <a:ext cx="1417320" cy="137160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87787" y="2606040"/>
            <a:ext cx="1417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README +
entrega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Issues: 20 min   •   Documentar solución: 10 min   •   README: 15 min   •   Verificación: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No es necesario aplicar las correcciones. Basta con especificar la solución en el texto de cada Issue.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Si no tienes la extensión: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chromewebstore → buscar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"axe DevTools"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10972800" cy="7315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🎯 Objetivo: encontrar 3 problemas reales (rendimiento, accesibilidad, mantenimiento, seguridad básica, administración).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5A82"/>
                </a:solidFill>
                <a:latin typeface="Calibri"/>
              </a:rPr>
              <a:t>💡 No necesitas puntuación perfecta de Lighthouse. Solo identificar problemas reales.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GitHub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Usa los templates del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Crear EXACTAMENTE 3 Issues usando los templates de .github/ISSUE_TEMPLATE/: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rendimiento.md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mantenimiento.md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accesibilidad.md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general.md         →  cualquier otro hallazgo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17520"/>
            <a:ext cx="10972800" cy="27432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Problema                |   ### Ubicación y reproducción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¿Qué encontraste?                    ¿Dónde? ¿Cómo comprobarlo?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Evidencia                |   ### Concepto del curso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Lighthouse / Network / axe / código   VIVO / RÁPIDO / SEGURO + concepto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### Impacto                  |   ### Severidad  +  ### Solución propuesta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¿A quién afecta?             Baja/Media/Alta + justificación   Describir en texto (no aplicar)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94360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💡 La clasificación se evalúa por la explicación, no por la etiqueta exacta.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82296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24E0E"/>
                </a:solidFill>
                <a:latin typeface="Calibri"/>
              </a:rPr>
              <a:t>⚠️  No es necesario aplicar las correcciones en el código.
Lo que se evalúa es tu capacidad de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Ejemplos de soluciones propuestas (en texto, no aplicar):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"Añadir el atributo defer al &lt;script&gt; para que no sea bloqueante."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"Actualizar jquery a una versión 3.x sin vulnerabilidades conocidas."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"Cambiar el texto del footer por la fecha actual de mantenimiento."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"Agregar atributo alt descriptivo a todas las imágenes del sitio."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6 · Completar el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Secciones a completar: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VIVO — qué significa, qué métrica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RÁPIDO — mencionar LCP, INP, CLS o TTFB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SEGURO — mencionar 2 acciones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Backup 3-2-1 — explicar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SLI — proponer un indicador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SLO — proponer un objetivo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SLA — explicar qué es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Runbook — 4 a 6 pasos para sitio caído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>• Datos del estudiante + URLs</a:t>
            </a:r>
          </a:p>
          <a:p>
            <a:pPr algn="l"/>
            <a:r>
              <a:rPr sz="1600" b="0">
                <a:solidFill>
                  <a:srgbClr val="2A2A2A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necesitas respuestas perfectas. Explica con tus propias palabras.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 y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5 minutos de verificación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801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Tengo exactamente 3 Issues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Cada Issue usa un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28016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Cada Issue tiene todas las secciones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Soluciones propuestas en texto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10972800" cy="2103120"/>
          </a:xfrm>
          <a:prstGeom prst="round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206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0A5FA"/>
                </a:solidFill>
                <a:latin typeface="Calibri"/>
              </a:rPr>
              <a:t>📤 ENTREGAR AL DOCENTE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617720"/>
            <a:ext cx="10424160" cy="731520"/>
          </a:xfrm>
          <a:prstGeom prst="roundRect">
            <a:avLst/>
          </a:prstGeom>
          <a:solidFill>
            <a:srgbClr val="0E4D7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📦 URL de TU repositorio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212080"/>
            <a:ext cx="100584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https://github.com/TU-USUARIO/evaluacion-administracion-web-TU-NOMBRE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440680"/>
            <a:ext cx="10424160" cy="731520"/>
          </a:xfrm>
          <a:prstGeom prst="roundRect">
            <a:avLst/>
          </a:prstGeom>
          <a:solidFill>
            <a:srgbClr val="0E4D7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577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🌐 URL de TU GitHub Pages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35040"/>
            <a:ext cx="10058400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Repositorio: github.com/KrizRoMe/evaluacion-administracion-web   •   🌐 Sitio: krizrome.github.io/evaluacion-administracion-web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