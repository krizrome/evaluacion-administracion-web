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Unidad: 1  •  Duración: 90 minutos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Escala: 1–20  •  Aprobado: 14/20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Modalidad: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0A5FA"/>
                </a:solidFill>
                <a:latin typeface="Calibri"/>
              </a:rPr>
              <a:t>Ing. Cristopher Moisés Romero Medrano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66928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65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5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221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867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867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23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869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69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225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227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873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73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
Issues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229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875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875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Documentar
solución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231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87787" y="2286000"/>
            <a:ext cx="1417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877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README +
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Issues: 20 min   •   Documentar solución: 10 min   •   README: 15 min   •   Verificación: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No es necesario aplicar las correcciones. Basta con especificar la solución en el texto de cada Issue.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669280"/>
            <a:ext cx="1033272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URL típica: https://TU-USUARIO.github.io/evaluacion-administracion-web-TU-NOMBRE/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💡 Lighthouse (DevTools)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♿ axe DevTools (extensión)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Scan ALL of my page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Detecta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(alt, contraste, ARIA, etc.)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Si no tienes la extensión: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chromewebstore → buscar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"axe DevTools"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10972800" cy="7315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🎯 Objetivo: encontrar 3 problemas reales (rendimiento, accesibilidad, mantenimiento, seguridad básica, administración).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5A82"/>
                </a:solidFill>
                <a:latin typeface="Calibri"/>
              </a:rPr>
              <a:t>💡 No necesitas puntuación perfecta de Lighthouse. Solo identificar problemas reales.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GitHub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  •  Usa los templates del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Crear EXACTAMENTE 3 Issues usando los templates de .github/ISSUE_TEMPLATE/: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📊 rendimiento.md     →  hallazgos de performance / Lighthouse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🔧 mantenimiento.md   →  hallazgos de dependencias / 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♿ accesibilidad.md   →  hallazgos de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📝 general.md         →  cualquier otro hallazgo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10972800" cy="27432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### Problema                |   ### Ubicación y reproducción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¿Qué encontraste?                    ¿Dónde? ¿Cómo comprobarlo?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### Evidencia                |   ### Concepto del curso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Lighthouse / Network / axe / código   VIVO / RÁPIDO / SEGURO + concepto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### Impacto                  |   ### Severidad  +  ### Solución propuesta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¿A quién afecta?             Baja/Media/Alta + justificación   Describir en texto (no aplicar)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💡 La clasificación se evalúa por la explicación, no por la etiqueta exacta.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Documentar 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82296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24E0E"/>
                </a:solidFill>
                <a:latin typeface="Calibri"/>
              </a:rPr>
              <a:t>⚠️  No es necesario aplicar las correcciones en el código.
Lo que se evalúa es tu capacidad de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Ejemplos de soluciones propuestas (en texto, no aplicar):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"Añadir el atributo defer al &lt;script&gt; para que no sea bloqueante."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"Actualizar jquery a una versión 3.x sin vulnerabilidades conocidas."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"Cambiar el texto del footer por la fecha actual de mantenimiento."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"Agregar atributo alt descriptivo a todas las imágenes del sitio."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Completar el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Secciones a completar: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VIVO — qué significa, qué métrica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RÁPIDO — mencionar LCP, INP, CLS o TTFB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SEGURO — mencionar 2 acciones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Backup 3-2-1 — explicar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SLI — proponer un indicador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SLO — proponer un objetivo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SLA — explicar qué es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Runbook — 4 a 6 pasos para sitio caído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Datos del estudiante + URLs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necesitas respuestas perfectas. Explica con tus propias palabras.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 — Antes de entregar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5 minutos de verificación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Repositorio público</a:t>
            </a:r>
          </a:p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Tengo exactamente 3 Issues</a:t>
            </a:r>
          </a:p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Cada Issue usa un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Cada Issue tiene todas las secciones</a:t>
            </a:r>
          </a:p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Soluciones propuestas en texto</a:t>
            </a:r>
          </a:p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20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212080"/>
            <a:ext cx="10332720" cy="109728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3035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📤 Para entregar al docente: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URL del repositorio:  https://github.com/...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URL de GitHub Pages:  https://...github.io/...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Cristopher M. Romero Medrano — Administración de Sitios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