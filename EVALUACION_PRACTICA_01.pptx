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EVALUACIÓN PRÁCTICA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Administración y mantenimiento de un sitio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20040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Curso: Administración de Sitios Web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Unidad: 1  •  Duración: 90 minutos  •  Puntaje: 4 Issues × 5 pts = 20 pts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Aprobado: ≥14 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4632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93775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📦 REPOSITORIO (sitio base a auditar)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4924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57784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7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🌐 SITIO WEB PÚBLICO (GitHub Pages del sitio base)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080759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debes demostrar?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Competencias evaluadas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🔧 Habilidades técnicas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 y GitHub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CLI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Pages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Chrome DevTools (Elements, Network)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Lighthouse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axe DevTools (accesibilidad)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Issues (con templates)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📚 Conceptos de administración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Mantenimiento web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Tipos de mantenimiento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VIVO / RÁPIDO / SEGURO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Backup 3-2-1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SLI / SLO / SLA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Runbooks para sitios caídos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577840"/>
            <a:ext cx="10332720" cy="64008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❌ No se evalúa programación avanzada ni aplicar correcciones en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URLs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Sitio base + tu repo + 4 Issues en el repo del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🌐  Sitio base (el código que vas a auditar)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91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URL del sitio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1031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📦  Tu repositorio (donde subirás TU sitio desplegado)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88920"/>
            <a:ext cx="10972800" cy="82296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880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7293"/>
                </a:solidFill>
                <a:latin typeface="Calibri"/>
              </a:rPr>
              <a:t>Patrón: reemplaza TU-NOMBRE por tu nombre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29183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https://github.com/KrizRoMe/evaluacion-administracion-web-TU-NOMBRE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🚀  Tu sitio publicado (GitHub Pages)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06907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Patrón de URL pública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48055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📋  Repo del DOCENTE (donde crearás las 4 Issues)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60"/>
            <a:ext cx="10972800" cy="822960"/>
          </a:xfrm>
          <a:prstGeom prst="roundRect">
            <a:avLst/>
          </a:prstGeom>
          <a:solidFill>
            <a:srgbClr val="FEF3E6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257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  <a:latin typeface="Calibri"/>
              </a:rPr>
              <a:t>Issues del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6692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https://github.com/KrizRoMe/evaluacion-administracion-web/issues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0972800" cy="457200"/>
          </a:xfrm>
          <a:prstGeom prst="roundRect">
            <a:avLst/>
          </a:prstGeom>
          <a:solidFill>
            <a:srgbClr val="FEF3E6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⚠️  Las 4 Issues se crean en el repo del DOCENTE, NO en tu repo personal.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Flujo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7 fases, 90 minutos  •  4 Issues × 5 pts = 20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Código
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021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7822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7822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Crear
repo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469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3270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270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GitHub
Pages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5917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718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718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Auditar
+axe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1365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166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 Issues
hallazgos
(repo docente)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6813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96147" y="2286000"/>
            <a:ext cx="1417320" cy="173736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14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Issue link
evaluación
(repo docente)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92261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0627" y="2286000"/>
            <a:ext cx="1417320" cy="17373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062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Entrega
completa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Tiempos sugeridos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Repositorio: 10 min   •   GitHub Pages: 10 min   •   Auditoría: 15 min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 Issues hallazgos: 25 min   •   Documentar solución: 10 min   •   Issue link-evaluación: 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⚠️  El sitio tiene 15 problemas. Encontrarás 3 (uno de cada tipo).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1 · Crear tu repositorio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7772400" cy="411480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749807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 gh CLI (recomendado):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init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add 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commit -m "feat: inicio de evaluación"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gh repo create evaluacion-administracion-web-TU-NOMBRE \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    --public --source=. --remote=origin --push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Alternativa con git directo: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remote add origin https://github.com/TU-USUARIO/...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branch -M main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push -u origin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2801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✅ Resultado esperado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Repositorio público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Código del sitio subido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Commit inicial realizado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📌 Nombre sugerido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evaluacion-administracion-web-TU-NOMBRE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No se exige memorizar comandos. Si logras subir el código, está bien.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2 · Publicar con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1. Settings →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2. Source: Deploy from a branch  →  Rama: main  →  Carpeta: / (root)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3. Guardar y esperar 1–2 minutos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4. Copiar la URL pública al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Página publicada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funcionando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copiada al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486400"/>
            <a:ext cx="10332720" cy="77724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🌐 Tu URL pública (formato):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3 · Auditar el sitio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  •  Encuentra 1 problema de cada 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🛠 Herramientas a usar: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Chrome DevTools (F12)  •  Lighthouse (rendimiento)  •  axe DevTools (accesibilidad)  •  package.json (mantenimiento)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" y="2286000"/>
            <a:ext cx="3657600" cy="310896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6567" y="2286000"/>
            <a:ext cx="3657600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567" y="2331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 RENDIMIENTO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727" y="2926080"/>
            <a:ext cx="3383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Chrome DevTools + Lighthouse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Ejemplos:
• Imagen sin width/height (CLS)
• Imágenes sin loading='lazy'
• &lt;script&gt; sin defer
• SVGs innecesariamente pesados
• Recursos bloqueantes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567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C7293"/>
                </a:solidFill>
                <a:latin typeface="Calibri"/>
              </a:rPr>
              <a:t>📝 Template: rendimiento.yml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2286000"/>
            <a:ext cx="3657600" cy="310896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7047" y="2286000"/>
            <a:ext cx="3657600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7047" y="2331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♿ ACCESIBILIDAD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4207" y="2926080"/>
            <a:ext cx="3383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axe DevTools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Ejemplos:
• Imágenes sin alt
• Botones sin aria-label
• Contraste insuficiente
• Inputs sin &lt;label&gt;
• Falta de landmarks ARIA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Calibri"/>
              </a:rPr>
              <a:t>📝 Template: accesibilidad.yml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2286000"/>
            <a:ext cx="3657600" cy="310896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7527" y="2286000"/>
            <a:ext cx="3657600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7527" y="2331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🔧 MANTENIMIENTO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4687" y="2926080"/>
            <a:ext cx="3383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package.json + código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Ejemplos:
• jQuery 2.1.4 (versión antigua)
• Meta tags de seguridad faltantes
• Comentarios TODO/FIXME
• Footer desactualizado
• Falta de runbook público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7527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A580C"/>
                </a:solidFill>
                <a:latin typeface="Calibri"/>
              </a:rPr>
              <a:t>📝 Template: mantenimiento.yml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🎯 Objetivo: 3 Issues (una de cada tipo) en el repo del DOCENTE.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4 · Crear 3 Issues de 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25 minutos  •  En el repo del DOCENTE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8229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A580C"/>
                </a:solidFill>
                <a:latin typeface="Calibri"/>
              </a:rPr>
              <a:t>📋 LAS 3 ISSUES DE HALLAZGOS SE CREAN 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https://github.com/KrizRoMe/evaluacion-administracion-web/issues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Pasos: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1. Abre https://github.com/KrizRoMe/evaluacion-administracion-web/issues en una pestaña nueva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2. Clic en New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3. Selecciona UNO de los 3 templates: rendimiento.yml, accesibilidad.yml, o mantenimiento.yml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4. Completa todas las secciones del template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5. Submit. Repite 2 veces más (1 issue por cada tipo)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Formato de cada Issue (ciclo de mejora):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97680"/>
            <a:ext cx="10972800" cy="13716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38912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Problema (qué encontraste)  •  Evidencia — MEDIR (herramienta, métrica, captura)</a:t>
            </a:r>
          </a:p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Impacto (a quién afecta)  •  Solución propuesta — PROPONER + MEJORAR (en texto)</a:t>
            </a:r>
          </a:p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Pilar (VIVO / RÁPIDO / SEGURO)  •  Concepto del curso  •  Severidad + Justificación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85216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📊 Puntaje: 3 Issues × 5 pts = 15 pts (no se exige aplicar correcciones en código)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Parte 5 · Issue de link-evaluación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ED3B6"/>
                </a:solidFill>
                <a:latin typeface="Calibri"/>
              </a:rPr>
              <a:t>⏱ 5 minutos  •  Cuarta y última Issue (en el repo del docente)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64008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A580C"/>
                </a:solidFill>
                <a:latin typeface="Calibri"/>
              </a:rPr>
              <a:t>📋 Esta Issue también se crea en el repo del DOCENTE: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Pasos: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1. En el repo del docente, Issues → New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2. Selecciona el template 🔗 Link de evaluación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3. Completa: nombre, link de tu repo, link público de tu sitio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4. Submit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10972800" cy="12801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🔗 LINK DIRECTO para publicar tu repo + sitio público: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2A2A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(también lo encuentras en la pestaña Issues del repo del docente)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72800" cy="9144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406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5A82"/>
                </a:solidFill>
                <a:latin typeface="Calibri"/>
              </a:rPr>
              <a:t>La Issue de link-evaluación te pide SOLO: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76072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• Nombre completo  •  Link de tu repositorio  •  Link público de tu sitio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6 · Documentar solución +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  •  Sin tocar el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10972800" cy="64008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⚠️  No es necesario aplicar las correcciones en el código. Solo ANALIZAR y PROPONER en texto.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En cada Issue, completa la sección Solución propuesta: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atributos width y height a la etiqueta &lt;img&gt; del hero."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"Añadir el atributo defer al &lt;script&gt;."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"Actualizar jquery a una versión 3.x."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"Cambiar el texto del footer por la fecha actual."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 alt descriptivo a las imágenes."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72000"/>
            <a:ext cx="10972800" cy="1737360"/>
          </a:xfrm>
          <a:prstGeom prst="roundRect">
            <a:avLst/>
          </a:prstGeom>
          <a:solidFill>
            <a:srgbClr val="E3F2FD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📚 Tu README debe incluir: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VIVO · RÁPIDO (con LCP/INP/CLS/TTFB) · SEGURO (2 acciones) · Backup 3-2-1 · SLI · SLO · SLA · Runbook (4–6 pasos) · Datos del estudiante + URLs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✅ 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4 Issues en el repo del docente: 3 hallazgos + 1 link-evaluación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📦 En TU repositorio: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Repo público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GitHub Pages funciona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README completo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URLs y datos del estudiante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2A2A2A"/>
                </a:solidFill>
                <a:latin typeface="Calibri"/>
              </a:rPr>
              <a:t>📋 3 ISSUES EN REPO DEL DOCENTE: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1: rendimiento.yml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2: accesibilidad.yml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3: mantenimiento.yml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580C"/>
                </a:solidFill>
                <a:latin typeface="Calibri"/>
              </a:rPr>
              <a:t>🔗 4ª ISSUE en repo del DOCENTE: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Abrí el link del template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Seleccioné 'Link de evaluación'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Puse mi nombre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Pegué link de mi repo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Pegué link público de mi sitio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Envié la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2A2A2A"/>
                </a:solidFill>
                <a:latin typeface="Calibri"/>
              </a:rPr>
              <a:t>📊 PUNTAJE TOTAL: 20 pts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• 3 Issues hallazgos × 5 pts = 15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• 1 Issue link-evaluación × 5 pts =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97280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📊 PUNTAJE TOTAL: 20 puntos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• 3 Issues de hallazgos × 5 pts = 15 pts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• 1 Issue de link-evaluación × 5 pts = 5 pts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Aprobado: ≥14 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