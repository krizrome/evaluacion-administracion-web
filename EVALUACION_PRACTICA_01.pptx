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Aprobado: 14/20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link de 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evaluación)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971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8327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25195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6634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🔗  Link de evaluación (publicar tu repo + sitio público)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Crear Issue con el template 'Link de evaluación' en el repo del docente: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436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Issues
en TU repo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README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5544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Link de
evaluación AQUÍ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Issues (TU repo): 20 min   •   Documentar solución: 10 min   •   README: 15 min   •   Link de 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No es necesario aplicar las correcciones. Basta con especificar la solución en el texto de cada Issue.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Si no tienes la extensión: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chromewebstore → buscar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"axe DevTools"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10972800" cy="7315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🎯 Objetivo: encontrar 3 problemas reales (rendimiento, accesibilidad, mantenimiento, seguridad básica, administración).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5A82"/>
                </a:solidFill>
                <a:latin typeface="Calibri"/>
              </a:rPr>
              <a:t>💡 No necesitas puntuación perfecta de Lighthouse. Solo identificar problemas reales.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en TU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Usa los templates interactivos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5486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65A82"/>
                </a:solidFill>
                <a:latin typeface="Calibri"/>
              </a:rPr>
              <a:t>⚠️  Estos 3 Issues se crean en TU PROPIO repositorio, NO en el del docente.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Templates interactivos disponibles (en .github/ISSUE_TEMPLATE/):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rendimiento.yml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mantenimiento.yml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accesibilidad.yml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general.yml         →  cualquier otro hallazgo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10972800" cy="23774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Cada template es un FORMULARIO INTERACTIVO con: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📝 Inputs  →  Problema, Ubicación, Concepto, Justificación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📄 Textareas  →  Evidencia, Impacto, Solución propuesta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🔽 Dropdowns  →  Pilar, Tipo de mantenimiento, Severidad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☑️ Checkboxes  →  Principios WCAG, Conceptos múltiples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⚠️ Validación required  →  No se envía si está vacío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 para que no sea bloqueante."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 sin vulnerabilidades conocidas."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 de mantenimiento."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todas las imágenes del sitio."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6 · Publicar tu link de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Una sola Issue con el link de tu repo y tu sitio 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1. Abre el repo del curso en una pestaña nueva: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2. Clic en Issues → New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3. Selecciona el template 🔗 Link de evaluación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4. Completa: nombre, código, link de tu repo, link público de tu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5. Clic en Submit (Crear)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72800" cy="11887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te pide: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4864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Código  •  Link de tu repositorio  •  Link público de tu sitio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Antes de publicar tu link de evaluación, verifica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EXACTAMENTE 3 Issues creadas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usa un template .yml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completa todas las secciones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Completé nombre, código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Solo una Issue, no más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🔗 Publicar link de evaluación aquí: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ED3B6"/>
                </a:solidFill>
                <a:latin typeface="Calibri"/>
              </a:rPr>
              <a:t>📌  Los 3 hallazgos van en TU repo.  El link de tu evaluación va AQUÍ (solo una Issue).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