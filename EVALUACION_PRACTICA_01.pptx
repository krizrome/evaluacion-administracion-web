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Puntaje: 4 Issues × 5 pts = 20 pts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+ 4 Issues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sitio desplegado)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8892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9183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0690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48055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📋  Repo del DOCENTE (donde crearás las 4 Issues)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6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257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Issues del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669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⚠️  Las 4 Issues se crean en el repo del DOCENTE, NO en tu repo personal.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Issues
hallazgos
(repo docente)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737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Issue link
evaluación
(repo docente)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7373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Entrega
completa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 Issues hallazgos: 25 min   •   Documentar solución: 10 min   •   Issue link-evaluación: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Encontrarás 3 (uno de cada tipo).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Clonar, verificar y subir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  •  Solo git (sin gh CLI)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1️⃣  Clonar el repositorio del docente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72800" cy="59436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$ git clone https://github.com/KrizRoMe/evaluacion-administracion-web.git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$ cd evaluacion-administracion-web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2️⃣  Verificar que el sitio funciona localmente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10972800" cy="777240"/>
          </a:xfrm>
          <a:prstGeom prst="roundRect">
            <a:avLst/>
          </a:prstGeom>
          <a:solidFill>
            <a:srgbClr val="E6F7F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Doble clic en index.html  •  O arrastrar al navegador  •  Debe verse la tienda ECOMARKET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Si ves los productos, el carrito y el modo oscuro → todo funciona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3️⃣  Crear tu repositorio personal (manual, en 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69080"/>
            <a:ext cx="10972800" cy="13716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1. Abre https://github.com/new en tu navegador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2. Repository name:  evaluacion-administracion-web-TU-NOMBRE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3. Visibility:  Public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4. NO inicialices con README, .gitignore ni license (déjalo vacío)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5. Clic en Create repository  →  Copia la URL HTTPS que te muestra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4️⃣  Conectar y subir con git puro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989320"/>
            <a:ext cx="10972800" cy="7772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onsolas"/>
              </a:rPr>
              <a:t>$ git remote add origin https://github.com/TU-USUARIO/evaluacion-administracion-web-TU-NOMBRE.git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093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$ git branch -M 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$ git push -u origin 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903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Encuentra 1 problema de cada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🛠 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Chrome DevTools (F12)  •  Lighthouse (rendimiento)  •  axe DevTools (accesibilidad)  •  package.json (mantenimiento)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567" y="228600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 RENDIMIENTO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Chrome DevTools + Lighthouse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Imagen sin width/height (CLS)
• Imágenes sin loading='lazy'
• &lt;script&gt; sin defer
• SVGs innecesariamente pesados
• Recursos bloqueantes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6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C7293"/>
                </a:solidFill>
                <a:latin typeface="Calibri"/>
              </a:rPr>
              <a:t>📝 Template: rendimiento.yml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2286000"/>
            <a:ext cx="365760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4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♿ ACCESIBILIDAD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20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axe DevTools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Imágenes sin alt
• Botones sin aria-label
• Contraste insuficiente
• Inputs sin &lt;label&gt;
• Falta de landmarks 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📝 Template: accesibilidad.yml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527" y="2286000"/>
            <a:ext cx="365760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752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🔧 MANTENIMIENTO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468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package.json + código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jQuery 2.1.4 (versión antigua)
• Meta tags de seguridad faltantes
• Comentarios TODO/FIXME
• Footer desactualizado
• Falta de runbook público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52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Calibri"/>
              </a:rPr>
              <a:t>📝 Template: mantenimiento.yml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🎯 Objetivo: 3 Issues (una de cada tipo) en el repo del DOCENTE.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En el repo del DOCENTE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LAS 3 ISSUES DE HALLAZGOS SE CREAN 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Abre https://github.com/KrizRoMe/evaluacion-administracion-web/issues en una pestaña nueva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Clic en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Selecciona UNO de los 3 templates: rendimiento.yml, accesibilidad.yml, o mantenimiento.yml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Completa todas las secciones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5. Submit. Repite 2 veces más (1 issue por cada tipo)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Formato de cada Issue (ciclo de mejora):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13716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Problema (qué encontraste)  •  Evidencia — MEDIR (herramienta, métrica, captura)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Impacto (a quién afecta)  •  Solución propuesta — PROPONER + MEJORAR (en texto)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Pilar (VIVO / RÁPIDO / SEGURO)  •  Concepto del curso  •  Severidad + Justificación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📊 Puntaje: 3 Issues × 5 pts = 15 pts (no se exige aplicar correcciones en código)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5 · Issue de link-evaluación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Cuarta y última Issue (en el repo del docente)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64008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Esta Issue también se crea en el repo del DOCENTE: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En el repo del docente, Issues →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Selecciona el template 🔗 Link de evaluación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Completa: nombre, link de tu repo, link público de tu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72800" cy="9144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link-evaluación te pide SOLO: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Tu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4 Issues en el repo del docente: 3 hallazgos + 1 link-evaluación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📋 3 ISSUES EN REPO DEL DOCENTE: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1: rendimiento.yml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2: accesibilidad.yml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3: mantenimiento.yml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4ª ISSUE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📊 PUNTAJE TOTAL: 20 pts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3 Issues hallazgos × 5 pts = 15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1 Issue link-evaluación × 5 pts =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PUNTAJE TOTAL: 20 puntos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3 Issues de hallazgos × 5 pts = 15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1 Issue de link-evaluación × 5 pts = 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