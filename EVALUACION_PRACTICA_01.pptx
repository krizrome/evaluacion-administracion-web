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457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EVALUACIÓN PRÁCTICA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Calibri"/>
              </a:rPr>
              <a:t>Administración y mantenimiento de un sitio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3657600"/>
            <a:ext cx="6675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Curso: Administración de Sitios Web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Unidad: 1  •  Duración: 90 minutos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Escala: 1–20  •  Aprobado: 14/20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Modalidad: individual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0A5FA"/>
                </a:solidFill>
                <a:latin typeface="Calibri"/>
              </a:rPr>
              <a:t>Ing. Cristopher Moisés Romero Medrano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¿Qué debes demostrar?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Competencias evaluadas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2A2A"/>
                </a:solidFill>
                <a:latin typeface="Calibri"/>
              </a:rPr>
              <a:t>🔧 Habilidades técnicas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Git y GitHub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GitHub CLI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GitHub Pages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Chrome DevTools (Elements, Network)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Lighthouse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GitHub Issues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2A2A"/>
                </a:solidFill>
                <a:latin typeface="Calibri"/>
              </a:rPr>
              <a:t>📚 Conceptos de administración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Mantenimiento web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Tipos de mantenimiento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VIVO / RÁPIDO / SEGURO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Backup 3-2-1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SLI / SLO / SLA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Runbooks para sitios caídos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669280"/>
            <a:ext cx="10332720" cy="64008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65A82"/>
                </a:solidFill>
                <a:latin typeface="Calibri"/>
              </a:rPr>
              <a:t>❌ No se evalúa programación avanzada ni frameworks complejos.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Cristopher M. Romero Medrano — Administración de Sitios 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Flujo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7 fases, 90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6587" y="2286000"/>
            <a:ext cx="1417320" cy="137160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5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Código
base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22195" y="2834640"/>
            <a:ext cx="146304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86787" y="2286000"/>
            <a:ext cx="1417320" cy="137160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867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Crear
repo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622395" y="2834640"/>
            <a:ext cx="146304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86987" y="2286000"/>
            <a:ext cx="1417320" cy="137160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69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GitHub
Pages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222595" y="2834640"/>
            <a:ext cx="146304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7187" y="2286000"/>
            <a:ext cx="1417320" cy="137160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71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Auditar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22795" y="2834640"/>
            <a:ext cx="146304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87387" y="2286000"/>
            <a:ext cx="1417320" cy="137160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873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
Issues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22995" y="2834640"/>
            <a:ext cx="146304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87587" y="2286000"/>
            <a:ext cx="1417320" cy="137160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875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Corregir
1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023195" y="2834640"/>
            <a:ext cx="146304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187787" y="2286000"/>
            <a:ext cx="1417320" cy="137160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877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README +
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65A82"/>
                </a:solidFill>
                <a:latin typeface="Calibri"/>
              </a:rPr>
              <a:t>Tiempos sugeridos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Repositorio: 10 min   •   GitHub Pages: 10 min   •   Auditoría: 15 min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Issues: 20 min   •   Corrección: 15 min   •   README: 15 min   •   Verificación: 5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Cristopher M. Romero Medrano — Administración de Sitios Web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1 · Crear tu repositorio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7772400" cy="411480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749807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Con gh CLI (recomendado):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init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add 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commit -m "feat: inicio de evaluación"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gh repo create evaluacion-administracion-web-TU-NOMBRE \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    --public --source=. --remote=origin --push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Alternativa con git directo: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remote add origin https://github.com/TU-USUARIO/...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branch -M main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push -u origin 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2801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✅ Resultado esperado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Repositorio público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Código del sitio subido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Commit inicial realizado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📌 Nombre sugerido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evaluacion-administracion-web-TU-NOMBRE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669280"/>
            <a:ext cx="10972800" cy="54864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💡 No se exige memorizar comandos. Si logras subir el código, está bien.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Cristopher M. Romero Medrano — Administración de Sitios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2 · Publicar con GitHub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2A2A"/>
                </a:solidFill>
                <a:latin typeface="Calibri"/>
              </a:rPr>
              <a:t>Pasos: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1. Settings → Pages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2. Source: Deploy from a branch  →  Rama: main  →  Carpeta: / (root)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3. Guardar y esperar 1–2 minutos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4. Copiar la URL pública al README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65A82"/>
                </a:solidFill>
                <a:latin typeface="Calibri"/>
              </a:rPr>
              <a:t>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Repositorio público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Página publicada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funcionando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copiada al README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669280"/>
            <a:ext cx="10332720" cy="54864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URL típica: https://TU-USUARIO.github.io/evaluacion-administracion-web-TU-NOMBRE/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Cristopher M. Romero Medrano — Administración de Sitios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3 · Auditar el sitio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65A82"/>
                </a:solidFill>
                <a:latin typeface="Calibri"/>
              </a:rPr>
              <a:t>Herramientas a usar: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2A2A"/>
                </a:solidFill>
                <a:latin typeface="Calibri"/>
              </a:rPr>
              <a:t>🔍 Chrome DevTools (F12)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Pestaña Elements → revisa el HTML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Pestaña Network → observa los recursos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600" b="1">
                <a:solidFill>
                  <a:srgbClr val="2A2A2A"/>
                </a:solidFill>
                <a:latin typeface="Calibri"/>
              </a:rPr>
              <a:t>💡 Lighthouse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Pestaña Lighthouse → Performance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Analyze page 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737360"/>
            <a:ext cx="5029200" cy="27432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874519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🎯 Objetivo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Encontrar 3 problemas reales.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Tipos posibles: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Rendimiento (imágenes, scripts, métricas)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Mantenimiento (dependencias)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Seguridad básica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Administración (documentación)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669280"/>
            <a:ext cx="10972800" cy="54864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💡 No necesitas una puntuación perfecta de Lighthouse. Solo identificar problemas reales.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Cristopher M. Romero Medrano — Administración de Sitios 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4 · Crear 3 GitHub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20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2A2A"/>
                </a:solidFill>
                <a:latin typeface="Calibri"/>
              </a:rPr>
              <a:t>Crear EXACTAMENTE 3 Issues, una por cada problema detectado.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Cada Issue debe tener todas las secciones del formato: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10972800" cy="329184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106070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### Problema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¿Qué encontraste?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### Evidencia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¿Dónde lo encontraste? (Lighthouse, Network, código, package.json, etc.)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### Impacto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¿Por qué podría ser un problema?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### Solución propuesta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¿Qué debería hacerse?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### Tipo de mantenimiento   |   ### Pilar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Preventivo / Correctivo / Adaptativo / Perfectivo     VIVO / RÁPIDO / SEGURO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852160"/>
            <a:ext cx="10972800" cy="4572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💡 La clasificación se evalúa por la explicación, no por la etiqueta exacta.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Cristopher M. Romero Medrano — Administración de Sitios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5 · Corregir al menos 1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65A82"/>
                </a:solidFill>
                <a:latin typeface="Calibri"/>
              </a:rPr>
              <a:t>Ejemplos válidos: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Agregar width / height a una imagen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Agregar alt a una imagen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Agregar defer al &lt;script&gt;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Optimizar una imagen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Corregir una referencia rota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Actualizar una dependencia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Eliminar un recurso innecesario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188720"/>
            <a:ext cx="5120640" cy="411480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32588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Después de la corrección: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add 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commit -m "fix: mejora sitio web"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push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Luego: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Verifica que GitHub Pages siga funcionando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Actualiza la Issue correspondiente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  (comentario o cierre)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669280"/>
            <a:ext cx="10972800" cy="54864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☐ Commit    ☐ Push    ☐ Pages funciona    ☐ Issue actualizada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Cristopher M. Romero Medrano — Administración de Sitios 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6 · Completar el README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65A82"/>
                </a:solidFill>
                <a:latin typeface="Calibri"/>
              </a:rPr>
              <a:t>Secciones a completar: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VIVO — qué significa, qué métrica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RÁPIDO — mencionar LCP, INP, CLS o TTFB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SEGURO — mencionar 2 acciones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Backup 3-2-1 — explicar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SLI — proponer un indicador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SLO — proponer un objetivo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SLA — explicar qué es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Runbook — 4 a 6 pasos para sitio caído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Problema corregido — cuál Issue arreglaste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• Datos del estudiante + URLs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760720"/>
            <a:ext cx="10972800" cy="4572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💡 No necesitas respuestas perfectas. Explica con tus propias palabras.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Cristopher M. Romero Medrano — Administración de Sitios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✅ Checklist final — Antes de entregar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5 minutos de verificación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801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A2A2A"/>
                </a:solidFill>
                <a:latin typeface="Calibri"/>
              </a:rPr>
              <a:t>☐ Repositorio público</a:t>
            </a:r>
          </a:p>
          <a:p>
            <a:pPr algn="l"/>
            <a:r>
              <a:rPr sz="2200" b="0">
                <a:solidFill>
                  <a:srgbClr val="2A2A2A"/>
                </a:solidFill>
                <a:latin typeface="Calibri"/>
              </a:rPr>
              <a:t>☐ GitHub Pages funciona</a:t>
            </a:r>
          </a:p>
          <a:p>
            <a:pPr algn="l"/>
            <a:r>
              <a:rPr sz="2200" b="0">
                <a:solidFill>
                  <a:srgbClr val="2A2A2A"/>
                </a:solidFill>
                <a:latin typeface="Calibri"/>
              </a:rPr>
              <a:t>☐ Tengo exactamente 3 Issues</a:t>
            </a:r>
          </a:p>
          <a:p>
            <a:pPr algn="l"/>
            <a:r>
              <a:rPr sz="2200" b="0">
                <a:solidFill>
                  <a:srgbClr val="2A2A2A"/>
                </a:solidFill>
                <a:latin typeface="Calibri"/>
              </a:rPr>
              <a:t>☐ Corregí al menos 1 problema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A2A2A"/>
                </a:solidFill>
                <a:latin typeface="Calibri"/>
              </a:rPr>
              <a:t>☐ Hice commit y push</a:t>
            </a:r>
          </a:p>
          <a:p>
            <a:pPr algn="l"/>
            <a:r>
              <a:rPr sz="2200" b="0">
                <a:solidFill>
                  <a:srgbClr val="2A2A2A"/>
                </a:solidFill>
                <a:latin typeface="Calibri"/>
              </a:rPr>
              <a:t>☐ README completo</a:t>
            </a:r>
          </a:p>
          <a:p>
            <a:pPr algn="l"/>
            <a:r>
              <a:rPr sz="2200" b="0">
                <a:solidFill>
                  <a:srgbClr val="2A2A2A"/>
                </a:solidFill>
                <a:latin typeface="Calibri"/>
              </a:rPr>
              <a:t>☐ URLs registradas en el README</a:t>
            </a:r>
          </a:p>
          <a:p>
            <a:pPr algn="l"/>
            <a:r>
              <a:rPr sz="2200" b="0">
                <a:solidFill>
                  <a:srgbClr val="2A2A2A"/>
                </a:solidFill>
                <a:latin typeface="Calibri"/>
              </a:rPr>
              <a:t>☐ Datos del estudiante completos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212080"/>
            <a:ext cx="10332720" cy="109728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3035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📤 Para entregar al docente: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URL del repositorio:  https://github.com/...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URL de GitHub Pages:  https://...github.io/...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Cristopher M. Romero Medrano — Administración de Sitios 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