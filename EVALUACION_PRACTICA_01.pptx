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EVALUACIÓN PRÁCTICA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Administración y mantenimiento de un sitio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3200400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Curso: Administración de Sitios Web</a:t>
            </a:r>
          </a:p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Unidad: 1  •  Duración: 90 minutos  •  Aprobado: 14/20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846320"/>
            <a:ext cx="10332720" cy="82296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937759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📦 REPOSITORIO (sitio base a auditar)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4924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https://github.com/KrizRoMe/evaluacion-administracion-web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577840"/>
            <a:ext cx="10332720" cy="82296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669279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🌐 SITIO WEB PÚBLICO (GitHub Pages del sitio base)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6080759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¿Qué debes demostrar?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Competencias evaluadas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🔧 Habilidades técnicas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 y GitHub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CLI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Pages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Chrome DevTools (Elements, Network)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Lighthouse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axe DevTools (accesibilidad)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Issues (con templates)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📚 Conceptos de administración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Mantenimiento web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Tipos de mantenimiento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VIVO / RÁPIDO / SEGURO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Backup 3-2-1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SLI / SLO / SLA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Runbooks para sitios caídos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577840"/>
            <a:ext cx="10332720" cy="64008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❌ No se evalúa programación avanzada ni aplicar correcciones en código.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🔗 URLs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Sitio base + tu repo + link de evaluación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🌐  Sitio base (el código que vas a auditar)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10972800" cy="82296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91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URL del sitio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1031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📦  Tu repositorio (donde subirás TU evaluación)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80360"/>
            <a:ext cx="10972800" cy="82296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971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7293"/>
                </a:solidFill>
                <a:latin typeface="Calibri"/>
              </a:rPr>
              <a:t>Patrón: reemplaza TU-NOMBRE por tu nombre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383279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onsolas"/>
              </a:rPr>
              <a:t>https://github.com/KrizRoMe/evaluacion-administracion-web-TU-NOMBRE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🚀  Tu sitio publicado (GitHub Pages)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72800" cy="82296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4251959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Patrón de URL pública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46634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A580C"/>
                </a:solidFill>
                <a:latin typeface="Calibri"/>
              </a:rPr>
              <a:t>🔗  Link de evaluación (publicar tu repo + sitio público)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40680"/>
            <a:ext cx="10972800" cy="822960"/>
          </a:xfrm>
          <a:prstGeom prst="roundRect">
            <a:avLst/>
          </a:prstGeom>
          <a:solidFill>
            <a:srgbClr val="FEF3E6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5321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580C"/>
                </a:solidFill>
                <a:latin typeface="Calibri"/>
              </a:rPr>
              <a:t>Crear Issue con el template 'Link de evaluación' en el repo del docente: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9436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onsolas"/>
              </a:rPr>
              <a:t>https://github.com/KrizRoMe/evaluacion-administracion-web/issues/new?template=link-evaluacion.yml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Flujo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7 fases, 90 minutos  •  4 Issues × 5 pts = 20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Código
base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5021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7822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7822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Crear
repo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469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3270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270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GitHub
Pages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25917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718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718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Auditar
+axe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1365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166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166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 Issues
en TU repo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6813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9614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614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README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92261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050627" y="2286000"/>
            <a:ext cx="1417320" cy="155448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062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Link de
evaluación AQUÍ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65A82"/>
                </a:solidFill>
                <a:latin typeface="Calibri"/>
              </a:rPr>
              <a:t>Tiempos sugeridos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Repositorio: 10 min   •   GitHub Pages: 10 min   •   Auditoría: 15 min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Issues (TU repo): 20 min   •   Documentar solución: 10 min   •   README: 15 min   •   Link de evaluación: 5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76072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24E0E"/>
                </a:solidFill>
                <a:latin typeface="Calibri"/>
              </a:rPr>
              <a:t>⚠️  El sitio tiene 15 problemas. Tú solo necesitas identificar 4.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1 · Crear tu repositorio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7772400" cy="411480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749807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Con gh CLI (recomendado):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init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add 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commit -m "feat: inicio de evaluación"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gh repo create evaluacion-administracion-web-TU-NOMBRE \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    --public --source=. --remote=origin --push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Alternativa con git directo: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remote add origin https://github.com/TU-USUARIO/...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branch -M main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push -u origin 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2801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✅ Resultado esperado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Repositorio público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Código del sitio subido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Commit inicial realizado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📌 Nombre sugerido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evaluacion-administracion-web-TU-NOMBRE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669280"/>
            <a:ext cx="10972800" cy="54864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💡 No se exige memorizar comandos. Si logras subir el código, está bien.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2 · Publicar con GitHub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2A2A"/>
                </a:solidFill>
                <a:latin typeface="Calibri"/>
              </a:rPr>
              <a:t>Pasos: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1. Settings → Pages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2. Source: Deploy from a branch  →  Rama: main  →  Carpeta: / (root)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3. Guardar y esperar 1–2 minutos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4. Copiar la URL pública al README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65A82"/>
                </a:solidFill>
                <a:latin typeface="Calibri"/>
              </a:rPr>
              <a:t>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Repositorio público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Página publicada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funcionando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copiada al README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486400"/>
            <a:ext cx="10332720" cy="77724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🌐 Tu URL pública (formato):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3 · Auditar el sitio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  •  15 problemas, tú identificas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65A82"/>
                </a:solidFill>
                <a:latin typeface="Calibri"/>
              </a:rPr>
              <a:t>Herramientas a usar: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🔍 Chrome DevTools (F12)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Elements → revisa el HTML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Network → observa los recursos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💡 Lighthouse (DevTools)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Lighthouse → Performance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Analyze page 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♿ axe DevTools (extensión)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axe DevTools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Scan ALL of my page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Detecta accesibilidad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  (alt, contraste, ARIA, etc.)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El sitio tiene 15 problemas: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5 de rendimiento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5 de accesibilidad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3 de mantenimiento/seguridad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2 de administración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120640"/>
            <a:ext cx="10972800" cy="64008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2120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24E0E"/>
                </a:solidFill>
                <a:latin typeface="Calibri"/>
              </a:rPr>
              <a:t>🎯 Objetivo: encontrar 4 problemas reales. Variedad es positiva pero no obligatoria.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4 · Crear 4 Issues en TU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20 minutos  •  4 Issues × 5 pts = 20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54864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65A82"/>
                </a:solidFill>
                <a:latin typeface="Calibri"/>
              </a:rPr>
              <a:t>⚠️  Estas 4 Issues se crean en TU PROPIO repositorio, NO en el del docente.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Templates interactivos disponibles (en .github/ISSUE_TEMPLATE/):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📊 rendimiento.yml     →  hallazgos de performance / Lighthouse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🔧 mantenimiento.yml   →  hallazgos de dependencias / seguridad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♿ accesibilidad.yml   →  hallazgos de axe DevTools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📝 general.yml         →  cualquier otro hallazgo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57600"/>
            <a:ext cx="10972800" cy="237744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49039"/>
            <a:ext cx="10607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Cada Issue se evalúa con 4 criterios (5 pts):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✓ Identificación correcta del problema (2 pts)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✓ Ubicación y evidencia (1 pt)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✓ Impacto + concepto del curso relacionado (1 pt)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✓ Solución propuesta en texto (1 pt)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Cada template es un FORMULARIO INTERACTIVO con inputs, dropdowns y checkboxes.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5 · Documentar solución + README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25 minutos  •  Sin tocar el código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10972800" cy="64008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924E0E"/>
                </a:solidFill>
                <a:latin typeface="Calibri"/>
              </a:rPr>
              <a:t>⚠️  No es necesario aplicar las correcciones en el código. Solo ANALIZAR y PROPONER en texto.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En cada Issue, completa la sección Solución propuesta: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"Agregar atributos width y height a la etiqueta &lt;img&gt; del hero."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"Añadir el atributo defer al &lt;script&gt;."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"Actualizar jquery a una versión 3.x."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"Cambiar el texto del footer por la fecha actual."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"Agregar atributo alt descriptivo a las imágenes."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72000"/>
            <a:ext cx="10972800" cy="1737360"/>
          </a:xfrm>
          <a:prstGeom prst="roundRect">
            <a:avLst/>
          </a:prstGeom>
          <a:solidFill>
            <a:srgbClr val="E3F2FD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📚 README debe incluir: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VIVO · RÁPIDO (con LCP/INP/CLS/TTFB) · SEGURO (2 acciones) · Backup 3-2-1 · SLI · SLO · SLA · Runbook (4–6 pasos) · Datos del estudiante + URLs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🔗 Parte 6 · Publicar tu link de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ED3B6"/>
                </a:solidFill>
                <a:latin typeface="Calibri"/>
              </a:rPr>
              <a:t>⏱ 5 minutos  •  Una sola Issue con el link de tu repo y tu sitio público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Pasos: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1. Abre el repo del curso en una pestaña nueva: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2. Clic en Issues → New issue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3. Selecciona el template 🔗 Link de evaluación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4. Completa: nombre, link de tu repo, link público de tu sitio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5. Clic en Submit (Crear)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657600"/>
            <a:ext cx="10972800" cy="1280160"/>
          </a:xfrm>
          <a:prstGeom prst="roundRect">
            <a:avLst/>
          </a:prstGeom>
          <a:solidFill>
            <a:srgbClr val="FEF3E6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49039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A580C"/>
                </a:solidFill>
                <a:latin typeface="Calibri"/>
              </a:rPr>
              <a:t>🔗 LINK DIRECTO para publicar tu repo + sitio público: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A2A2A"/>
                </a:solidFill>
                <a:latin typeface="Consolas"/>
              </a:rPr>
              <a:t>https://github.com/KrizRoMe/evaluacion-administracion-web/issues/new?template=link-evaluacion.yml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720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99999"/>
                </a:solidFill>
                <a:latin typeface="Calibri"/>
              </a:rPr>
              <a:t>(también lo encuentras en la pestaña Issues del repo del docente)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120640"/>
            <a:ext cx="10972800" cy="118872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16636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5A82"/>
                </a:solidFill>
                <a:latin typeface="Calibri"/>
              </a:rPr>
              <a:t>La Issue te pide SOLO: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48640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• Nombre completo  •  Link de tu repositorio  •  Link público de tu sitio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✅ 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Antes de publicar tu link de evaluación, verifica TODO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📦 En TU repositorio: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Repo público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GitHub Pages funciona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EXACTAMENTE 4 Issues creadas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Cada Issue usa un template .yml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Cada Issue completa todas las secciones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README completo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URLs y datos del estudiante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A580C"/>
                </a:solidFill>
                <a:latin typeface="Calibri"/>
              </a:rPr>
              <a:t>🔗 En repo del DOCENTE: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Abrí el link del template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Seleccioné 'Link de evaluación'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Puse mi nombre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Pegué link de mi repo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Pegué link público de mi sitio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Envié la Issue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Solo una Issue, no más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37760"/>
            <a:ext cx="10972800" cy="137160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9834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🔗 Publicar link de evaluación aquí: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949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https://github.com/KrizRoMe/evaluacion-administracion-web/issues/new?template=link-evaluacion.yml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ED3B6"/>
                </a:solidFill>
                <a:latin typeface="Calibri"/>
              </a:rPr>
              <a:t>📌  Las 4 Issues van en TU repo.  El link va AQUÍ (solo una Issue).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